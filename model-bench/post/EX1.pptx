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29.svg" ContentType="image/svg+xml"/>
  <Override PartName="/ppt/media/image13.svg" ContentType="image/svg+xml"/>
  <Override PartName="/ppt/media/image131.svg" ContentType="image/svg+xml"/>
  <Override PartName="/ppt/media/image133.svg" ContentType="image/svg+xml"/>
  <Override PartName="/ppt/media/image135.svg" ContentType="image/svg+xml"/>
  <Override PartName="/ppt/media/image136.svg" ContentType="image/svg+xml"/>
  <Override PartName="/ppt/media/image138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.svg" ContentType="image/svg+xml"/>
  <Override PartName="/ppt/media/image150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8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6.svg" ContentType="image/svg+xml"/>
  <Override PartName="/ppt/media/image168.svg" ContentType="image/svg+xml"/>
  <Override PartName="/ppt/media/image17.svg" ContentType="image/svg+xml"/>
  <Override PartName="/ppt/media/image170.svg" ContentType="image/svg+xml"/>
  <Override PartName="/ppt/media/image172.svg" ContentType="image/svg+xml"/>
  <Override PartName="/ppt/media/image174.svg" ContentType="image/svg+xml"/>
  <Override PartName="/ppt/media/image176.svg" ContentType="image/svg+xml"/>
  <Override PartName="/ppt/media/image178.svg" ContentType="image/svg+xml"/>
  <Override PartName="/ppt/media/image180.svg" ContentType="image/svg+xml"/>
  <Override PartName="/ppt/media/image182.svg" ContentType="image/svg+xml"/>
  <Override PartName="/ppt/media/image184.svg" ContentType="image/svg+xml"/>
  <Override PartName="/ppt/media/image186.svg" ContentType="image/svg+xml"/>
  <Override PartName="/ppt/media/image188.svg" ContentType="image/svg+xml"/>
  <Override PartName="/ppt/media/image19.svg" ContentType="image/svg+xml"/>
  <Override PartName="/ppt/media/image190.svg" ContentType="image/svg+xml"/>
  <Override PartName="/ppt/media/image192.svg" ContentType="image/svg+xml"/>
  <Override PartName="/ppt/media/image194.svg" ContentType="image/svg+xml"/>
  <Override PartName="/ppt/media/image196.svg" ContentType="image/svg+xml"/>
  <Override PartName="/ppt/media/image198.svg" ContentType="image/svg+xml"/>
  <Override PartName="/ppt/media/image200.svg" ContentType="image/svg+xml"/>
  <Override PartName="/ppt/media/image202.svg" ContentType="image/svg+xml"/>
  <Override PartName="/ppt/media/image204.svg" ContentType="image/svg+xml"/>
  <Override PartName="/ppt/media/image206.svg" ContentType="image/svg+xml"/>
  <Override PartName="/ppt/media/image208.svg" ContentType="image/svg+xml"/>
  <Override PartName="/ppt/media/image21.svg" ContentType="image/svg+xml"/>
  <Override PartName="/ppt/media/image210.svg" ContentType="image/svg+xml"/>
  <Override PartName="/ppt/media/image212.svg" ContentType="image/svg+xml"/>
  <Override PartName="/ppt/media/image214.svg" ContentType="image/svg+xml"/>
  <Override PartName="/ppt/media/image216.svg" ContentType="image/svg+xml"/>
  <Override PartName="/ppt/media/image218.svg" ContentType="image/svg+xml"/>
  <Override PartName="/ppt/media/image220.svg" ContentType="image/svg+xml"/>
  <Override PartName="/ppt/media/image222.svg" ContentType="image/svg+xml"/>
  <Override PartName="/ppt/media/image224.svg" ContentType="image/svg+xml"/>
  <Override PartName="/ppt/media/image226.svg" ContentType="image/svg+xml"/>
  <Override PartName="/ppt/media/image228.svg" ContentType="image/svg+xml"/>
  <Override PartName="/ppt/media/image23.svg" ContentType="image/svg+xml"/>
  <Override PartName="/ppt/media/image230.svg" ContentType="image/svg+xml"/>
  <Override PartName="/ppt/media/image232.svg" ContentType="image/svg+xml"/>
  <Override PartName="/ppt/media/image234.svg" ContentType="image/svg+xml"/>
  <Override PartName="/ppt/media/image236.svg" ContentType="image/svg+xml"/>
  <Override PartName="/ppt/media/image238.svg" ContentType="image/svg+xml"/>
  <Override PartName="/ppt/media/image240.svg" ContentType="image/svg+xml"/>
  <Override PartName="/ppt/media/image242.svg" ContentType="image/svg+xml"/>
  <Override PartName="/ppt/media/image244.svg" ContentType="image/svg+xml"/>
  <Override PartName="/ppt/media/image246.svg" ContentType="image/svg+xml"/>
  <Override PartName="/ppt/media/image248.svg" ContentType="image/svg+xml"/>
  <Override PartName="/ppt/media/image25.svg" ContentType="image/svg+xml"/>
  <Override PartName="/ppt/media/image250.svg" ContentType="image/svg+xml"/>
  <Override PartName="/ppt/media/image252.svg" ContentType="image/svg+xml"/>
  <Override PartName="/ppt/media/image254.svg" ContentType="image/svg+xml"/>
  <Override PartName="/ppt/media/image256.svg" ContentType="image/svg+xml"/>
  <Override PartName="/ppt/media/image258.svg" ContentType="image/svg+xml"/>
  <Override PartName="/ppt/media/image260.svg" ContentType="image/svg+xml"/>
  <Override PartName="/ppt/media/image262.svg" ContentType="image/svg+xml"/>
  <Override PartName="/ppt/media/image264.svg" ContentType="image/svg+xml"/>
  <Override PartName="/ppt/media/image266.svg" ContentType="image/svg+xml"/>
  <Override PartName="/ppt/media/image268.svg" ContentType="image/svg+xml"/>
  <Override PartName="/ppt/media/image27.svg" ContentType="image/svg+xml"/>
  <Override PartName="/ppt/media/image271.svg" ContentType="image/svg+xml"/>
  <Override PartName="/ppt/media/image273.svg" ContentType="image/svg+xml"/>
  <Override PartName="/ppt/media/image275.svg" ContentType="image/svg+xml"/>
  <Override PartName="/ppt/media/image277.svg" ContentType="image/svg+xml"/>
  <Override PartName="/ppt/media/image279.svg" ContentType="image/svg+xml"/>
  <Override PartName="/ppt/media/image281.svg" ContentType="image/svg+xml"/>
  <Override PartName="/ppt/media/image283.svg" ContentType="image/svg+xml"/>
  <Override PartName="/ppt/media/image285.svg" ContentType="image/svg+xml"/>
  <Override PartName="/ppt/media/image287.svg" ContentType="image/svg+xml"/>
  <Override PartName="/ppt/media/image29.svg" ContentType="image/svg+xml"/>
  <Override PartName="/ppt/media/image290.svg" ContentType="image/svg+xml"/>
  <Override PartName="/ppt/media/image292.svg" ContentType="image/svg+xml"/>
  <Override PartName="/ppt/media/image294.svg" ContentType="image/svg+xml"/>
  <Override PartName="/ppt/media/image296.svg" ContentType="image/svg+xml"/>
  <Override PartName="/ppt/media/image298.svg" ContentType="image/svg+xml"/>
  <Override PartName="/ppt/media/image3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image" Target="../media/image10.png"/><Relationship Id="rId12" Type="http://schemas.openxmlformats.org/officeDocument/2006/relationships/image" Target="../media/image11.svg"/><Relationship Id="rId13" Type="http://schemas.openxmlformats.org/officeDocument/2006/relationships/image" Target="../media/image12.png"/><Relationship Id="rId14" Type="http://schemas.openxmlformats.org/officeDocument/2006/relationships/image" Target="../media/image13.svg"/><Relationship Id="rId15" Type="http://schemas.openxmlformats.org/officeDocument/2006/relationships/image" Target="../media/image14.png"/><Relationship Id="rId16" Type="http://schemas.openxmlformats.org/officeDocument/2006/relationships/image" Target="../media/image15.svg"/><Relationship Id="rId17" Type="http://schemas.openxmlformats.org/officeDocument/2006/relationships/image" Target="../media/image16.png"/><Relationship Id="rId18" Type="http://schemas.openxmlformats.org/officeDocument/2006/relationships/image" Target="../media/image17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image" Target="../media/image20.png"/><Relationship Id="rId22" Type="http://schemas.openxmlformats.org/officeDocument/2006/relationships/image" Target="../media/image21.svg"/><Relationship Id="rId23" Type="http://schemas.openxmlformats.org/officeDocument/2006/relationships/image" Target="../media/image22.png"/><Relationship Id="rId24" Type="http://schemas.openxmlformats.org/officeDocument/2006/relationships/image" Target="../media/image23.svg"/><Relationship Id="rId25" Type="http://schemas.openxmlformats.org/officeDocument/2006/relationships/image" Target="../media/image24.png"/><Relationship Id="rId26" Type="http://schemas.openxmlformats.org/officeDocument/2006/relationships/image" Target="../media/image25.svg"/><Relationship Id="rId27" Type="http://schemas.openxmlformats.org/officeDocument/2006/relationships/image" Target="../media/image26.png"/><Relationship Id="rId28" Type="http://schemas.openxmlformats.org/officeDocument/2006/relationships/image" Target="../media/image27.svg"/><Relationship Id="rId29" Type="http://schemas.openxmlformats.org/officeDocument/2006/relationships/image" Target="../media/image28.png"/><Relationship Id="rId30" Type="http://schemas.openxmlformats.org/officeDocument/2006/relationships/image" Target="../media/image2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svg"/><Relationship Id="rId5" Type="http://schemas.openxmlformats.org/officeDocument/2006/relationships/image" Target="../media/image33.png"/><Relationship Id="rId6" Type="http://schemas.openxmlformats.org/officeDocument/2006/relationships/image" Target="../media/image34.svg"/><Relationship Id="rId7" Type="http://schemas.openxmlformats.org/officeDocument/2006/relationships/image" Target="../media/image35.png"/><Relationship Id="rId8" Type="http://schemas.openxmlformats.org/officeDocument/2006/relationships/image" Target="../media/image36.svg"/><Relationship Id="rId9" Type="http://schemas.openxmlformats.org/officeDocument/2006/relationships/image" Target="../media/image37.png"/><Relationship Id="rId10" Type="http://schemas.openxmlformats.org/officeDocument/2006/relationships/image" Target="../media/image38.svg"/><Relationship Id="rId11" Type="http://schemas.openxmlformats.org/officeDocument/2006/relationships/image" Target="../media/image39.png"/><Relationship Id="rId12" Type="http://schemas.openxmlformats.org/officeDocument/2006/relationships/image" Target="../media/image40.svg"/><Relationship Id="rId13" Type="http://schemas.openxmlformats.org/officeDocument/2006/relationships/image" Target="../media/image41.png"/><Relationship Id="rId14" Type="http://schemas.openxmlformats.org/officeDocument/2006/relationships/image" Target="../media/image42.svg"/><Relationship Id="rId15" Type="http://schemas.openxmlformats.org/officeDocument/2006/relationships/image" Target="../media/image43.png"/><Relationship Id="rId16" Type="http://schemas.openxmlformats.org/officeDocument/2006/relationships/image" Target="../media/image4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svg"/><Relationship Id="rId5" Type="http://schemas.openxmlformats.org/officeDocument/2006/relationships/image" Target="../media/image47.png"/><Relationship Id="rId6" Type="http://schemas.openxmlformats.org/officeDocument/2006/relationships/image" Target="../media/image48.svg"/><Relationship Id="rId7" Type="http://schemas.openxmlformats.org/officeDocument/2006/relationships/image" Target="../media/image49.png"/><Relationship Id="rId8" Type="http://schemas.openxmlformats.org/officeDocument/2006/relationships/image" Target="../media/image50.svg"/><Relationship Id="rId9" Type="http://schemas.openxmlformats.org/officeDocument/2006/relationships/image" Target="../media/image51.png"/><Relationship Id="rId10" Type="http://schemas.openxmlformats.org/officeDocument/2006/relationships/image" Target="../media/image52.svg"/><Relationship Id="rId11" Type="http://schemas.openxmlformats.org/officeDocument/2006/relationships/image" Target="../media/image53.png"/><Relationship Id="rId12" Type="http://schemas.openxmlformats.org/officeDocument/2006/relationships/image" Target="../media/image54.svg"/><Relationship Id="rId13" Type="http://schemas.openxmlformats.org/officeDocument/2006/relationships/image" Target="../media/image55.png"/><Relationship Id="rId14" Type="http://schemas.openxmlformats.org/officeDocument/2006/relationships/image" Target="../media/image56.svg"/><Relationship Id="rId15" Type="http://schemas.openxmlformats.org/officeDocument/2006/relationships/image" Target="../media/image57.png"/><Relationship Id="rId16" Type="http://schemas.openxmlformats.org/officeDocument/2006/relationships/image" Target="../media/image58.svg"/><Relationship Id="rId17" Type="http://schemas.openxmlformats.org/officeDocument/2006/relationships/image" Target="../media/image59.png"/><Relationship Id="rId18" Type="http://schemas.openxmlformats.org/officeDocument/2006/relationships/image" Target="../media/image60.svg"/><Relationship Id="rId19" Type="http://schemas.openxmlformats.org/officeDocument/2006/relationships/image" Target="../media/image61.png"/><Relationship Id="rId20" Type="http://schemas.openxmlformats.org/officeDocument/2006/relationships/image" Target="../media/image62.svg"/><Relationship Id="rId21" Type="http://schemas.openxmlformats.org/officeDocument/2006/relationships/image" Target="../media/image63.png"/><Relationship Id="rId22" Type="http://schemas.openxmlformats.org/officeDocument/2006/relationships/image" Target="../media/image64.svg"/><Relationship Id="rId23" Type="http://schemas.openxmlformats.org/officeDocument/2006/relationships/image" Target="../media/image65.png"/><Relationship Id="rId24" Type="http://schemas.openxmlformats.org/officeDocument/2006/relationships/image" Target="../media/image66.svg"/><Relationship Id="rId25" Type="http://schemas.openxmlformats.org/officeDocument/2006/relationships/image" Target="../media/image67.png"/><Relationship Id="rId26" Type="http://schemas.openxmlformats.org/officeDocument/2006/relationships/image" Target="../media/image68.svg"/><Relationship Id="rId27" Type="http://schemas.openxmlformats.org/officeDocument/2006/relationships/image" Target="../media/image69.png"/><Relationship Id="rId28" Type="http://schemas.openxmlformats.org/officeDocument/2006/relationships/image" Target="../media/image70.svg"/><Relationship Id="rId29" Type="http://schemas.openxmlformats.org/officeDocument/2006/relationships/image" Target="../media/image71.png"/><Relationship Id="rId30" Type="http://schemas.openxmlformats.org/officeDocument/2006/relationships/image" Target="../media/image72.svg"/><Relationship Id="rId31" Type="http://schemas.openxmlformats.org/officeDocument/2006/relationships/image" Target="../media/image73.png"/><Relationship Id="rId32" Type="http://schemas.openxmlformats.org/officeDocument/2006/relationships/image" Target="../media/image74.svg"/><Relationship Id="rId33" Type="http://schemas.openxmlformats.org/officeDocument/2006/relationships/image" Target="../media/image75.png"/><Relationship Id="rId34" Type="http://schemas.openxmlformats.org/officeDocument/2006/relationships/image" Target="../media/image76.svg"/><Relationship Id="rId35" Type="http://schemas.openxmlformats.org/officeDocument/2006/relationships/image" Target="../media/image77.png"/><Relationship Id="rId36" Type="http://schemas.openxmlformats.org/officeDocument/2006/relationships/image" Target="../media/image78.svg"/><Relationship Id="rId37" Type="http://schemas.openxmlformats.org/officeDocument/2006/relationships/image" Target="../media/image79.png"/><Relationship Id="rId38" Type="http://schemas.openxmlformats.org/officeDocument/2006/relationships/image" Target="../media/image80.svg"/><Relationship Id="rId39" Type="http://schemas.openxmlformats.org/officeDocument/2006/relationships/image" Target="../media/image81.png"/><Relationship Id="rId40" Type="http://schemas.openxmlformats.org/officeDocument/2006/relationships/image" Target="../media/image82.svg"/><Relationship Id="rId41" Type="http://schemas.openxmlformats.org/officeDocument/2006/relationships/image" Target="../media/image83.png"/><Relationship Id="rId42" Type="http://schemas.openxmlformats.org/officeDocument/2006/relationships/image" Target="../media/image84.svg"/><Relationship Id="rId43" Type="http://schemas.openxmlformats.org/officeDocument/2006/relationships/image" Target="../media/image85.png"/><Relationship Id="rId44" Type="http://schemas.openxmlformats.org/officeDocument/2006/relationships/image" Target="../media/image86.svg"/><Relationship Id="rId45" Type="http://schemas.openxmlformats.org/officeDocument/2006/relationships/image" Target="../media/image87.png"/><Relationship Id="rId46" Type="http://schemas.openxmlformats.org/officeDocument/2006/relationships/image" Target="../media/image88.svg"/><Relationship Id="rId47" Type="http://schemas.openxmlformats.org/officeDocument/2006/relationships/image" Target="../media/image89.png"/><Relationship Id="rId48" Type="http://schemas.openxmlformats.org/officeDocument/2006/relationships/image" Target="../media/image90.svg"/><Relationship Id="rId49" Type="http://schemas.openxmlformats.org/officeDocument/2006/relationships/image" Target="../media/image91.png"/><Relationship Id="rId50" Type="http://schemas.openxmlformats.org/officeDocument/2006/relationships/image" Target="../media/image92.svg"/><Relationship Id="rId51" Type="http://schemas.openxmlformats.org/officeDocument/2006/relationships/image" Target="../media/image93.png"/><Relationship Id="rId52" Type="http://schemas.openxmlformats.org/officeDocument/2006/relationships/image" Target="../media/image94.svg"/><Relationship Id="rId53" Type="http://schemas.openxmlformats.org/officeDocument/2006/relationships/image" Target="../media/image95.png"/><Relationship Id="rId54" Type="http://schemas.openxmlformats.org/officeDocument/2006/relationships/image" Target="../media/image96.svg"/><Relationship Id="rId55" Type="http://schemas.openxmlformats.org/officeDocument/2006/relationships/image" Target="../media/image97.png"/><Relationship Id="rId56" Type="http://schemas.openxmlformats.org/officeDocument/2006/relationships/image" Target="../media/image98.svg"/><Relationship Id="rId57" Type="http://schemas.openxmlformats.org/officeDocument/2006/relationships/image" Target="../media/image99.png"/><Relationship Id="rId58" Type="http://schemas.openxmlformats.org/officeDocument/2006/relationships/image" Target="../media/image100.svg"/><Relationship Id="rId59" Type="http://schemas.openxmlformats.org/officeDocument/2006/relationships/image" Target="../media/image101.png"/><Relationship Id="rId60" Type="http://schemas.openxmlformats.org/officeDocument/2006/relationships/image" Target="../media/image102.svg"/><Relationship Id="rId61" Type="http://schemas.openxmlformats.org/officeDocument/2006/relationships/image" Target="../media/image103.png"/><Relationship Id="rId62" Type="http://schemas.openxmlformats.org/officeDocument/2006/relationships/image" Target="../media/image104.svg"/><Relationship Id="rId63" Type="http://schemas.openxmlformats.org/officeDocument/2006/relationships/image" Target="../media/image105.png"/><Relationship Id="rId64" Type="http://schemas.openxmlformats.org/officeDocument/2006/relationships/image" Target="../media/image106.svg"/><Relationship Id="rId65" Type="http://schemas.openxmlformats.org/officeDocument/2006/relationships/image" Target="../media/image107.png"/><Relationship Id="rId66" Type="http://schemas.openxmlformats.org/officeDocument/2006/relationships/image" Target="../media/image10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svg"/><Relationship Id="rId5" Type="http://schemas.openxmlformats.org/officeDocument/2006/relationships/image" Target="../media/image112.png"/><Relationship Id="rId6" Type="http://schemas.openxmlformats.org/officeDocument/2006/relationships/image" Target="../media/image113.svg"/><Relationship Id="rId7" Type="http://schemas.openxmlformats.org/officeDocument/2006/relationships/image" Target="../media/image114.png"/><Relationship Id="rId8" Type="http://schemas.openxmlformats.org/officeDocument/2006/relationships/image" Target="../media/image115.svg"/><Relationship Id="rId9" Type="http://schemas.openxmlformats.org/officeDocument/2006/relationships/image" Target="../media/image116.png"/><Relationship Id="rId10" Type="http://schemas.openxmlformats.org/officeDocument/2006/relationships/image" Target="../media/image117.svg"/><Relationship Id="rId11" Type="http://schemas.openxmlformats.org/officeDocument/2006/relationships/image" Target="../media/image118.png"/><Relationship Id="rId12" Type="http://schemas.openxmlformats.org/officeDocument/2006/relationships/image" Target="../media/image119.svg"/><Relationship Id="rId13" Type="http://schemas.openxmlformats.org/officeDocument/2006/relationships/image" Target="../media/image120.png"/><Relationship Id="rId14" Type="http://schemas.openxmlformats.org/officeDocument/2006/relationships/image" Target="../media/image121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2.png"/><Relationship Id="rId4" Type="http://schemas.openxmlformats.org/officeDocument/2006/relationships/image" Target="../media/image123.svg"/><Relationship Id="rId5" Type="http://schemas.openxmlformats.org/officeDocument/2006/relationships/image" Target="../media/image124.png"/><Relationship Id="rId6" Type="http://schemas.openxmlformats.org/officeDocument/2006/relationships/image" Target="../media/image125.svg"/><Relationship Id="rId7" Type="http://schemas.openxmlformats.org/officeDocument/2006/relationships/image" Target="../media/image126.png"/><Relationship Id="rId8" Type="http://schemas.openxmlformats.org/officeDocument/2006/relationships/image" Target="../media/image127.svg"/><Relationship Id="rId9" Type="http://schemas.openxmlformats.org/officeDocument/2006/relationships/image" Target="../media/image128.png"/><Relationship Id="rId10" Type="http://schemas.openxmlformats.org/officeDocument/2006/relationships/image" Target="../media/image129.svg"/><Relationship Id="rId11" Type="http://schemas.openxmlformats.org/officeDocument/2006/relationships/image" Target="../media/image130.png"/><Relationship Id="rId12" Type="http://schemas.openxmlformats.org/officeDocument/2006/relationships/image" Target="../media/image131.svg"/><Relationship Id="rId13" Type="http://schemas.openxmlformats.org/officeDocument/2006/relationships/image" Target="../media/image132.png"/><Relationship Id="rId14" Type="http://schemas.openxmlformats.org/officeDocument/2006/relationships/image" Target="../media/image133.svg"/><Relationship Id="rId15" Type="http://schemas.openxmlformats.org/officeDocument/2006/relationships/image" Target="../media/image134.png"/><Relationship Id="rId16" Type="http://schemas.openxmlformats.org/officeDocument/2006/relationships/image" Target="../media/image135.svg"/><Relationship Id="rId17" Type="http://schemas.openxmlformats.org/officeDocument/2006/relationships/image" Target="../media/image136.svg"/><Relationship Id="rId18" Type="http://schemas.openxmlformats.org/officeDocument/2006/relationships/image" Target="../media/image137.png"/><Relationship Id="rId19" Type="http://schemas.openxmlformats.org/officeDocument/2006/relationships/image" Target="../media/image138.svg"/><Relationship Id="rId20" Type="http://schemas.openxmlformats.org/officeDocument/2006/relationships/image" Target="../media/image139.png"/><Relationship Id="rId21" Type="http://schemas.openxmlformats.org/officeDocument/2006/relationships/image" Target="../media/image140.svg"/><Relationship Id="rId22" Type="http://schemas.openxmlformats.org/officeDocument/2006/relationships/image" Target="../media/image141.png"/><Relationship Id="rId23" Type="http://schemas.openxmlformats.org/officeDocument/2006/relationships/image" Target="../media/image142.svg"/><Relationship Id="rId24" Type="http://schemas.openxmlformats.org/officeDocument/2006/relationships/image" Target="../media/image143.png"/><Relationship Id="rId25" Type="http://schemas.openxmlformats.org/officeDocument/2006/relationships/image" Target="../media/image144.svg"/><Relationship Id="rId26" Type="http://schemas.openxmlformats.org/officeDocument/2006/relationships/image" Target="../media/image145.png"/><Relationship Id="rId27" Type="http://schemas.openxmlformats.org/officeDocument/2006/relationships/image" Target="../media/image146.svg"/><Relationship Id="rId28" Type="http://schemas.openxmlformats.org/officeDocument/2006/relationships/image" Target="../media/image147.png"/><Relationship Id="rId29" Type="http://schemas.openxmlformats.org/officeDocument/2006/relationships/image" Target="../media/image148.svg"/><Relationship Id="rId30" Type="http://schemas.openxmlformats.org/officeDocument/2006/relationships/image" Target="../media/image149.png"/><Relationship Id="rId31" Type="http://schemas.openxmlformats.org/officeDocument/2006/relationships/image" Target="../media/image150.svg"/><Relationship Id="rId32" Type="http://schemas.openxmlformats.org/officeDocument/2006/relationships/image" Target="../media/image151.png"/><Relationship Id="rId33" Type="http://schemas.openxmlformats.org/officeDocument/2006/relationships/image" Target="../media/image152.svg"/><Relationship Id="rId34" Type="http://schemas.openxmlformats.org/officeDocument/2006/relationships/image" Target="../media/image153.png"/><Relationship Id="rId35" Type="http://schemas.openxmlformats.org/officeDocument/2006/relationships/image" Target="../media/image154.svg"/><Relationship Id="rId36" Type="http://schemas.openxmlformats.org/officeDocument/2006/relationships/image" Target="../media/image155.png"/><Relationship Id="rId37" Type="http://schemas.openxmlformats.org/officeDocument/2006/relationships/image" Target="../media/image156.svg"/><Relationship Id="rId38" Type="http://schemas.openxmlformats.org/officeDocument/2006/relationships/image" Target="../media/image157.png"/><Relationship Id="rId39" Type="http://schemas.openxmlformats.org/officeDocument/2006/relationships/image" Target="../media/image158.svg"/><Relationship Id="rId40" Type="http://schemas.openxmlformats.org/officeDocument/2006/relationships/image" Target="../media/image159.png"/><Relationship Id="rId41" Type="http://schemas.openxmlformats.org/officeDocument/2006/relationships/image" Target="../media/image160.svg"/><Relationship Id="rId42" Type="http://schemas.openxmlformats.org/officeDocument/2006/relationships/image" Target="../media/image161.png"/><Relationship Id="rId43" Type="http://schemas.openxmlformats.org/officeDocument/2006/relationships/image" Target="../media/image162.svg"/><Relationship Id="rId44" Type="http://schemas.openxmlformats.org/officeDocument/2006/relationships/image" Target="../media/image163.png"/><Relationship Id="rId45" Type="http://schemas.openxmlformats.org/officeDocument/2006/relationships/image" Target="../media/image164.svg"/><Relationship Id="rId46" Type="http://schemas.openxmlformats.org/officeDocument/2006/relationships/image" Target="../media/image165.png"/><Relationship Id="rId47" Type="http://schemas.openxmlformats.org/officeDocument/2006/relationships/image" Target="../media/image166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7.png"/><Relationship Id="rId4" Type="http://schemas.openxmlformats.org/officeDocument/2006/relationships/image" Target="../media/image168.svg"/><Relationship Id="rId5" Type="http://schemas.openxmlformats.org/officeDocument/2006/relationships/image" Target="../media/image169.png"/><Relationship Id="rId6" Type="http://schemas.openxmlformats.org/officeDocument/2006/relationships/image" Target="../media/image170.svg"/><Relationship Id="rId7" Type="http://schemas.openxmlformats.org/officeDocument/2006/relationships/image" Target="../media/image171.png"/><Relationship Id="rId8" Type="http://schemas.openxmlformats.org/officeDocument/2006/relationships/image" Target="../media/image172.svg"/><Relationship Id="rId9" Type="http://schemas.openxmlformats.org/officeDocument/2006/relationships/image" Target="../media/image173.png"/><Relationship Id="rId10" Type="http://schemas.openxmlformats.org/officeDocument/2006/relationships/image" Target="../media/image174.svg"/><Relationship Id="rId11" Type="http://schemas.openxmlformats.org/officeDocument/2006/relationships/image" Target="../media/image175.png"/><Relationship Id="rId12" Type="http://schemas.openxmlformats.org/officeDocument/2006/relationships/image" Target="../media/image176.svg"/><Relationship Id="rId13" Type="http://schemas.openxmlformats.org/officeDocument/2006/relationships/image" Target="../media/image177.png"/><Relationship Id="rId14" Type="http://schemas.openxmlformats.org/officeDocument/2006/relationships/image" Target="../media/image178.svg"/><Relationship Id="rId15" Type="http://schemas.openxmlformats.org/officeDocument/2006/relationships/image" Target="../media/image179.png"/><Relationship Id="rId16" Type="http://schemas.openxmlformats.org/officeDocument/2006/relationships/image" Target="../media/image180.svg"/><Relationship Id="rId17" Type="http://schemas.openxmlformats.org/officeDocument/2006/relationships/image" Target="../media/image181.png"/><Relationship Id="rId18" Type="http://schemas.openxmlformats.org/officeDocument/2006/relationships/image" Target="../media/image182.svg"/><Relationship Id="rId19" Type="http://schemas.openxmlformats.org/officeDocument/2006/relationships/image" Target="../media/image183.png"/><Relationship Id="rId20" Type="http://schemas.openxmlformats.org/officeDocument/2006/relationships/image" Target="../media/image184.svg"/><Relationship Id="rId21" Type="http://schemas.openxmlformats.org/officeDocument/2006/relationships/image" Target="../media/image185.png"/><Relationship Id="rId22" Type="http://schemas.openxmlformats.org/officeDocument/2006/relationships/image" Target="../media/image186.svg"/><Relationship Id="rId23" Type="http://schemas.openxmlformats.org/officeDocument/2006/relationships/image" Target="../media/image187.png"/><Relationship Id="rId24" Type="http://schemas.openxmlformats.org/officeDocument/2006/relationships/image" Target="../media/image188.svg"/><Relationship Id="rId25" Type="http://schemas.openxmlformats.org/officeDocument/2006/relationships/image" Target="../media/image189.png"/><Relationship Id="rId26" Type="http://schemas.openxmlformats.org/officeDocument/2006/relationships/image" Target="../media/image190.svg"/><Relationship Id="rId27" Type="http://schemas.openxmlformats.org/officeDocument/2006/relationships/image" Target="../media/image191.png"/><Relationship Id="rId28" Type="http://schemas.openxmlformats.org/officeDocument/2006/relationships/image" Target="../media/image192.svg"/><Relationship Id="rId29" Type="http://schemas.openxmlformats.org/officeDocument/2006/relationships/image" Target="../media/image193.png"/><Relationship Id="rId30" Type="http://schemas.openxmlformats.org/officeDocument/2006/relationships/image" Target="../media/image194.svg"/><Relationship Id="rId31" Type="http://schemas.openxmlformats.org/officeDocument/2006/relationships/image" Target="../media/image195.png"/><Relationship Id="rId32" Type="http://schemas.openxmlformats.org/officeDocument/2006/relationships/image" Target="../media/image196.svg"/><Relationship Id="rId33" Type="http://schemas.openxmlformats.org/officeDocument/2006/relationships/image" Target="../media/image197.png"/><Relationship Id="rId34" Type="http://schemas.openxmlformats.org/officeDocument/2006/relationships/image" Target="../media/image198.svg"/><Relationship Id="rId35" Type="http://schemas.openxmlformats.org/officeDocument/2006/relationships/image" Target="../media/image199.png"/><Relationship Id="rId36" Type="http://schemas.openxmlformats.org/officeDocument/2006/relationships/image" Target="../media/image200.svg"/><Relationship Id="rId37" Type="http://schemas.openxmlformats.org/officeDocument/2006/relationships/image" Target="../media/image201.png"/><Relationship Id="rId38" Type="http://schemas.openxmlformats.org/officeDocument/2006/relationships/image" Target="../media/image202.svg"/><Relationship Id="rId39" Type="http://schemas.openxmlformats.org/officeDocument/2006/relationships/image" Target="../media/image203.png"/><Relationship Id="rId40" Type="http://schemas.openxmlformats.org/officeDocument/2006/relationships/image" Target="../media/image204.svg"/><Relationship Id="rId41" Type="http://schemas.openxmlformats.org/officeDocument/2006/relationships/image" Target="../media/image205.png"/><Relationship Id="rId42" Type="http://schemas.openxmlformats.org/officeDocument/2006/relationships/image" Target="../media/image206.svg"/><Relationship Id="rId43" Type="http://schemas.openxmlformats.org/officeDocument/2006/relationships/image" Target="../media/image207.png"/><Relationship Id="rId44" Type="http://schemas.openxmlformats.org/officeDocument/2006/relationships/image" Target="../media/image208.svg"/><Relationship Id="rId45" Type="http://schemas.openxmlformats.org/officeDocument/2006/relationships/image" Target="../media/image209.png"/><Relationship Id="rId46" Type="http://schemas.openxmlformats.org/officeDocument/2006/relationships/image" Target="../media/image210.svg"/><Relationship Id="rId47" Type="http://schemas.openxmlformats.org/officeDocument/2006/relationships/image" Target="../media/image211.png"/><Relationship Id="rId48" Type="http://schemas.openxmlformats.org/officeDocument/2006/relationships/image" Target="../media/image21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3.png"/><Relationship Id="rId4" Type="http://schemas.openxmlformats.org/officeDocument/2006/relationships/image" Target="../media/image214.svg"/><Relationship Id="rId5" Type="http://schemas.openxmlformats.org/officeDocument/2006/relationships/image" Target="../media/image215.png"/><Relationship Id="rId6" Type="http://schemas.openxmlformats.org/officeDocument/2006/relationships/image" Target="../media/image216.svg"/><Relationship Id="rId7" Type="http://schemas.openxmlformats.org/officeDocument/2006/relationships/image" Target="../media/image217.png"/><Relationship Id="rId8" Type="http://schemas.openxmlformats.org/officeDocument/2006/relationships/image" Target="../media/image218.svg"/><Relationship Id="rId9" Type="http://schemas.openxmlformats.org/officeDocument/2006/relationships/image" Target="../media/image219.png"/><Relationship Id="rId10" Type="http://schemas.openxmlformats.org/officeDocument/2006/relationships/image" Target="../media/image220.svg"/><Relationship Id="rId11" Type="http://schemas.openxmlformats.org/officeDocument/2006/relationships/image" Target="../media/image221.png"/><Relationship Id="rId12" Type="http://schemas.openxmlformats.org/officeDocument/2006/relationships/image" Target="../media/image222.svg"/><Relationship Id="rId13" Type="http://schemas.openxmlformats.org/officeDocument/2006/relationships/image" Target="../media/image223.png"/><Relationship Id="rId14" Type="http://schemas.openxmlformats.org/officeDocument/2006/relationships/image" Target="../media/image224.svg"/><Relationship Id="rId15" Type="http://schemas.openxmlformats.org/officeDocument/2006/relationships/image" Target="../media/image225.png"/><Relationship Id="rId16" Type="http://schemas.openxmlformats.org/officeDocument/2006/relationships/image" Target="../media/image226.svg"/><Relationship Id="rId17" Type="http://schemas.openxmlformats.org/officeDocument/2006/relationships/image" Target="../media/image227.png"/><Relationship Id="rId18" Type="http://schemas.openxmlformats.org/officeDocument/2006/relationships/image" Target="../media/image228.svg"/><Relationship Id="rId19" Type="http://schemas.openxmlformats.org/officeDocument/2006/relationships/image" Target="../media/image229.png"/><Relationship Id="rId20" Type="http://schemas.openxmlformats.org/officeDocument/2006/relationships/image" Target="../media/image230.svg"/><Relationship Id="rId21" Type="http://schemas.openxmlformats.org/officeDocument/2006/relationships/image" Target="../media/image231.png"/><Relationship Id="rId22" Type="http://schemas.openxmlformats.org/officeDocument/2006/relationships/image" Target="../media/image232.svg"/><Relationship Id="rId23" Type="http://schemas.openxmlformats.org/officeDocument/2006/relationships/image" Target="../media/image233.png"/><Relationship Id="rId24" Type="http://schemas.openxmlformats.org/officeDocument/2006/relationships/image" Target="../media/image234.svg"/><Relationship Id="rId25" Type="http://schemas.openxmlformats.org/officeDocument/2006/relationships/image" Target="../media/image235.png"/><Relationship Id="rId26" Type="http://schemas.openxmlformats.org/officeDocument/2006/relationships/image" Target="../media/image236.svg"/><Relationship Id="rId27" Type="http://schemas.openxmlformats.org/officeDocument/2006/relationships/image" Target="../media/image237.png"/><Relationship Id="rId28" Type="http://schemas.openxmlformats.org/officeDocument/2006/relationships/image" Target="../media/image238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9.png"/><Relationship Id="rId4" Type="http://schemas.openxmlformats.org/officeDocument/2006/relationships/image" Target="../media/image240.svg"/><Relationship Id="rId5" Type="http://schemas.openxmlformats.org/officeDocument/2006/relationships/image" Target="../media/image241.png"/><Relationship Id="rId6" Type="http://schemas.openxmlformats.org/officeDocument/2006/relationships/image" Target="../media/image242.svg"/><Relationship Id="rId7" Type="http://schemas.openxmlformats.org/officeDocument/2006/relationships/image" Target="../media/image243.png"/><Relationship Id="rId8" Type="http://schemas.openxmlformats.org/officeDocument/2006/relationships/image" Target="../media/image244.svg"/><Relationship Id="rId9" Type="http://schemas.openxmlformats.org/officeDocument/2006/relationships/image" Target="../media/image245.png"/><Relationship Id="rId10" Type="http://schemas.openxmlformats.org/officeDocument/2006/relationships/image" Target="../media/image246.svg"/><Relationship Id="rId11" Type="http://schemas.openxmlformats.org/officeDocument/2006/relationships/image" Target="../media/image247.png"/><Relationship Id="rId12" Type="http://schemas.openxmlformats.org/officeDocument/2006/relationships/image" Target="../media/image248.svg"/><Relationship Id="rId13" Type="http://schemas.openxmlformats.org/officeDocument/2006/relationships/image" Target="../media/image249.png"/><Relationship Id="rId14" Type="http://schemas.openxmlformats.org/officeDocument/2006/relationships/image" Target="../media/image250.svg"/><Relationship Id="rId15" Type="http://schemas.openxmlformats.org/officeDocument/2006/relationships/image" Target="../media/image251.png"/><Relationship Id="rId16" Type="http://schemas.openxmlformats.org/officeDocument/2006/relationships/image" Target="../media/image252.svg"/><Relationship Id="rId17" Type="http://schemas.openxmlformats.org/officeDocument/2006/relationships/image" Target="../media/image253.png"/><Relationship Id="rId18" Type="http://schemas.openxmlformats.org/officeDocument/2006/relationships/image" Target="../media/image254.svg"/><Relationship Id="rId19" Type="http://schemas.openxmlformats.org/officeDocument/2006/relationships/image" Target="../media/image255.png"/><Relationship Id="rId20" Type="http://schemas.openxmlformats.org/officeDocument/2006/relationships/image" Target="../media/image256.svg"/><Relationship Id="rId21" Type="http://schemas.openxmlformats.org/officeDocument/2006/relationships/image" Target="../media/image257.png"/><Relationship Id="rId22" Type="http://schemas.openxmlformats.org/officeDocument/2006/relationships/image" Target="../media/image258.svg"/><Relationship Id="rId23" Type="http://schemas.openxmlformats.org/officeDocument/2006/relationships/image" Target="../media/image259.png"/><Relationship Id="rId24" Type="http://schemas.openxmlformats.org/officeDocument/2006/relationships/image" Target="../media/image260.svg"/><Relationship Id="rId25" Type="http://schemas.openxmlformats.org/officeDocument/2006/relationships/image" Target="../media/image261.png"/><Relationship Id="rId26" Type="http://schemas.openxmlformats.org/officeDocument/2006/relationships/image" Target="../media/image262.svg"/><Relationship Id="rId27" Type="http://schemas.openxmlformats.org/officeDocument/2006/relationships/image" Target="../media/image263.png"/><Relationship Id="rId28" Type="http://schemas.openxmlformats.org/officeDocument/2006/relationships/image" Target="../media/image264.svg"/><Relationship Id="rId29" Type="http://schemas.openxmlformats.org/officeDocument/2006/relationships/image" Target="../media/image265.png"/><Relationship Id="rId30" Type="http://schemas.openxmlformats.org/officeDocument/2006/relationships/image" Target="../media/image266.svg"/><Relationship Id="rId31" Type="http://schemas.openxmlformats.org/officeDocument/2006/relationships/image" Target="../media/image267.png"/><Relationship Id="rId32" Type="http://schemas.openxmlformats.org/officeDocument/2006/relationships/image" Target="../media/image268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9.png"/><Relationship Id="rId3" Type="http://schemas.openxmlformats.org/officeDocument/2006/relationships/image" Target="../media/image270.png"/><Relationship Id="rId4" Type="http://schemas.openxmlformats.org/officeDocument/2006/relationships/image" Target="../media/image271.svg"/><Relationship Id="rId5" Type="http://schemas.openxmlformats.org/officeDocument/2006/relationships/image" Target="../media/image272.png"/><Relationship Id="rId6" Type="http://schemas.openxmlformats.org/officeDocument/2006/relationships/image" Target="../media/image273.svg"/><Relationship Id="rId7" Type="http://schemas.openxmlformats.org/officeDocument/2006/relationships/image" Target="../media/image274.png"/><Relationship Id="rId8" Type="http://schemas.openxmlformats.org/officeDocument/2006/relationships/image" Target="../media/image275.svg"/><Relationship Id="rId9" Type="http://schemas.openxmlformats.org/officeDocument/2006/relationships/image" Target="../media/image276.png"/><Relationship Id="rId10" Type="http://schemas.openxmlformats.org/officeDocument/2006/relationships/image" Target="../media/image277.svg"/><Relationship Id="rId11" Type="http://schemas.openxmlformats.org/officeDocument/2006/relationships/image" Target="../media/image278.png"/><Relationship Id="rId12" Type="http://schemas.openxmlformats.org/officeDocument/2006/relationships/image" Target="../media/image279.svg"/><Relationship Id="rId13" Type="http://schemas.openxmlformats.org/officeDocument/2006/relationships/image" Target="../media/image280.png"/><Relationship Id="rId14" Type="http://schemas.openxmlformats.org/officeDocument/2006/relationships/image" Target="../media/image281.svg"/><Relationship Id="rId15" Type="http://schemas.openxmlformats.org/officeDocument/2006/relationships/image" Target="../media/image282.png"/><Relationship Id="rId16" Type="http://schemas.openxmlformats.org/officeDocument/2006/relationships/image" Target="../media/image283.svg"/><Relationship Id="rId17" Type="http://schemas.openxmlformats.org/officeDocument/2006/relationships/image" Target="../media/image284.png"/><Relationship Id="rId18" Type="http://schemas.openxmlformats.org/officeDocument/2006/relationships/image" Target="../media/image285.svg"/><Relationship Id="rId19" Type="http://schemas.openxmlformats.org/officeDocument/2006/relationships/image" Target="../media/image286.png"/><Relationship Id="rId20" Type="http://schemas.openxmlformats.org/officeDocument/2006/relationships/image" Target="../media/image28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8.png"/><Relationship Id="rId3" Type="http://schemas.openxmlformats.org/officeDocument/2006/relationships/image" Target="../media/image289.png"/><Relationship Id="rId4" Type="http://schemas.openxmlformats.org/officeDocument/2006/relationships/image" Target="../media/image290.svg"/><Relationship Id="rId5" Type="http://schemas.openxmlformats.org/officeDocument/2006/relationships/image" Target="../media/image291.png"/><Relationship Id="rId6" Type="http://schemas.openxmlformats.org/officeDocument/2006/relationships/image" Target="../media/image292.svg"/><Relationship Id="rId7" Type="http://schemas.openxmlformats.org/officeDocument/2006/relationships/image" Target="../media/image293.png"/><Relationship Id="rId8" Type="http://schemas.openxmlformats.org/officeDocument/2006/relationships/image" Target="../media/image294.svg"/><Relationship Id="rId9" Type="http://schemas.openxmlformats.org/officeDocument/2006/relationships/image" Target="../media/image295.png"/><Relationship Id="rId10" Type="http://schemas.openxmlformats.org/officeDocument/2006/relationships/image" Target="../media/image296.svg"/><Relationship Id="rId11" Type="http://schemas.openxmlformats.org/officeDocument/2006/relationships/image" Target="../media/image297.png"/><Relationship Id="rId12" Type="http://schemas.openxmlformats.org/officeDocument/2006/relationships/image" Target="../media/image298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 (paper)" descr="base-01.png"/>
          <p:cNvPicPr>
            <a:picLocks noChangeAspect="1" noMove="1" noResize="1" noRot="1" noGrp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drawing 1" descr="c01-svg1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552" y="4782218"/>
            <a:ext cx="5454015" cy="3203755"/>
          </a:xfrm>
          <a:prstGeom prst="rect">
            <a:avLst/>
          </a:prstGeom>
        </p:spPr>
      </p:pic>
      <p:pic>
        <p:nvPicPr>
          <p:cNvPr id="4" name="drawing 2" descr="c01-svg2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50" y="5644800"/>
            <a:ext cx="819150" cy="710280"/>
          </a:xfrm>
          <a:prstGeom prst="rect">
            <a:avLst/>
          </a:prstGeom>
        </p:spPr>
      </p:pic>
      <p:pic>
        <p:nvPicPr>
          <p:cNvPr id="5" name="drawing 3" descr="c01-svg3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36130" y="5381096"/>
            <a:ext cx="1903095" cy="1612310"/>
          </a:xfrm>
          <a:prstGeom prst="rect">
            <a:avLst/>
          </a:prstGeom>
        </p:spPr>
      </p:pic>
      <p:pic>
        <p:nvPicPr>
          <p:cNvPr id="6" name="drawing 4" descr="c01-svg4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27670" y="5228273"/>
            <a:ext cx="118110" cy="190500"/>
          </a:xfrm>
          <a:prstGeom prst="rect">
            <a:avLst/>
          </a:prstGeom>
        </p:spPr>
      </p:pic>
      <p:pic>
        <p:nvPicPr>
          <p:cNvPr id="7" name="drawing 5" descr="c01-svg5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85135" y="8302943"/>
            <a:ext cx="4489133" cy="683895"/>
          </a:xfrm>
          <a:prstGeom prst="rect">
            <a:avLst/>
          </a:prstGeom>
        </p:spPr>
      </p:pic>
      <p:pic>
        <p:nvPicPr>
          <p:cNvPr id="8" name="drawing 6" descr="c01-svg6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07043" y="8943023"/>
            <a:ext cx="427672" cy="688657"/>
          </a:xfrm>
          <a:prstGeom prst="rect">
            <a:avLst/>
          </a:prstGeom>
        </p:spPr>
      </p:pic>
      <p:pic>
        <p:nvPicPr>
          <p:cNvPr id="9" name="drawing 7" descr="c01-svg7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80555" y="11062399"/>
            <a:ext cx="4734098" cy="781137"/>
          </a:xfrm>
          <a:prstGeom prst="rect">
            <a:avLst/>
          </a:prstGeom>
        </p:spPr>
      </p:pic>
      <p:pic>
        <p:nvPicPr>
          <p:cNvPr id="10" name="drawing 8" descr="c01-svg8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65371" y="6209202"/>
            <a:ext cx="324589" cy="331616"/>
          </a:xfrm>
          <a:prstGeom prst="rect">
            <a:avLst/>
          </a:prstGeom>
        </p:spPr>
      </p:pic>
      <p:pic>
        <p:nvPicPr>
          <p:cNvPr id="11" name="drawing 9" descr="c01-svg9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946334" y="6035745"/>
            <a:ext cx="628072" cy="631755"/>
          </a:xfrm>
          <a:prstGeom prst="rect">
            <a:avLst/>
          </a:prstGeom>
        </p:spPr>
      </p:pic>
      <p:pic>
        <p:nvPicPr>
          <p:cNvPr id="12" name="drawing 10" descr="c01-svg10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63777" y="5195725"/>
            <a:ext cx="1306830" cy="631670"/>
          </a:xfrm>
          <a:prstGeom prst="rect">
            <a:avLst/>
          </a:prstGeom>
        </p:spPr>
      </p:pic>
      <p:pic>
        <p:nvPicPr>
          <p:cNvPr id="13" name="drawing 11" descr="c01-svg11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505200" y="2785373"/>
            <a:ext cx="4486275" cy="206837"/>
          </a:xfrm>
          <a:prstGeom prst="rect">
            <a:avLst/>
          </a:prstGeom>
        </p:spPr>
      </p:pic>
      <p:pic>
        <p:nvPicPr>
          <p:cNvPr id="14" name="drawing 12" descr="c01-svg12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656647" y="8617268"/>
            <a:ext cx="3853815" cy="833618"/>
          </a:xfrm>
          <a:prstGeom prst="rect">
            <a:avLst/>
          </a:prstGeom>
        </p:spPr>
      </p:pic>
      <p:pic>
        <p:nvPicPr>
          <p:cNvPr id="15" name="image 1" descr="c01-img1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522443" y="8620125"/>
            <a:ext cx="1800225" cy="2190750"/>
          </a:xfrm>
          <a:prstGeom prst="rect">
            <a:avLst/>
          </a:prstGeom>
        </p:spPr>
      </p:pic>
      <p:pic>
        <p:nvPicPr>
          <p:cNvPr id="16" name="image 2" descr="c01-img2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048750" y="8381033"/>
            <a:ext cx="533400" cy="428625"/>
          </a:xfrm>
          <a:prstGeom prst="rect">
            <a:avLst/>
          </a:prstGeom>
        </p:spPr>
      </p:pic>
      <p:sp>
        <p:nvSpPr>
          <p:cNvPr id="17" name="text 1: 番外 · EXTRA"/>
          <p:cNvSpPr txBox="1"/>
          <p:nvPr/>
        </p:nvSpPr>
        <p:spPr>
          <a:xfrm>
            <a:off x="685800" y="634276"/>
            <a:ext cx="2046437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156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番外 · EXTRA</a:t>
            </a:r>
          </a:p>
        </p:txBody>
      </p:sp>
      <p:sp>
        <p:nvSpPr>
          <p:cNvPr id="18" name="text 2: 01 / 10"/>
          <p:cNvSpPr txBox="1"/>
          <p:nvPr/>
        </p:nvSpPr>
        <p:spPr>
          <a:xfrm>
            <a:off x="8759130" y="634276"/>
            <a:ext cx="968794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78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01 / 10</a:t>
            </a:r>
          </a:p>
        </p:txBody>
      </p:sp>
      <p:sp>
        <p:nvSpPr>
          <p:cNvPr id="19" name="text 3: 便宜 20 倍的 Haiku 5.5，"/>
          <p:cNvSpPr txBox="1"/>
          <p:nvPr/>
        </p:nvSpPr>
        <p:spPr>
          <a:xfrm>
            <a:off x="685800" y="1168188"/>
            <a:ext cx="9025643" cy="18332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67"/>
              </a:lnSpc>
            </a:pPr>
            <a:r>
              <a:rPr sz="5700" b="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便宜 20 倍的 Haiku 5.5，</a:t>
            </a:r>
            <a:br/>
            <a:r>
              <a:rPr sz="5700" b="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怎麼派工</a:t>
            </a:r>
            <a:r>
              <a:rPr sz="5700" b="0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最划算又安全</a:t>
            </a:r>
            <a:r>
              <a:rPr sz="5700" b="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？</a:t>
            </a:r>
          </a:p>
        </p:txBody>
      </p:sp>
      <p:sp>
        <p:nvSpPr>
          <p:cNvPr id="20" name="text 4: effort 開到最高，反而不划算"/>
          <p:cNvSpPr txBox="1"/>
          <p:nvPr/>
        </p:nvSpPr>
        <p:spPr>
          <a:xfrm>
            <a:off x="685800" y="3056595"/>
            <a:ext cx="3973133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225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effort 開到最高，反而不划算</a:t>
            </a:r>
          </a:p>
        </p:txBody>
      </p:sp>
      <p:sp>
        <p:nvSpPr>
          <p:cNvPr id="21" name="text 5: 1/20"/>
          <p:cNvSpPr txBox="1"/>
          <p:nvPr/>
        </p:nvSpPr>
        <p:spPr>
          <a:xfrm>
            <a:off x="2057400" y="5390331"/>
            <a:ext cx="4166229" cy="188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35"/>
              </a:lnSpc>
            </a:pPr>
            <a:r>
              <a:rPr sz="14250" b="0" spc="-285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1/20</a:t>
            </a:r>
          </a:p>
        </p:txBody>
      </p:sp>
      <p:sp>
        <p:nvSpPr>
          <p:cNvPr id="22" name="text 6: Haiku 5.5 定價是 Sonnet 5.5"/>
          <p:cNvSpPr txBox="1"/>
          <p:nvPr/>
        </p:nvSpPr>
        <p:spPr>
          <a:xfrm>
            <a:off x="2057400" y="7266753"/>
            <a:ext cx="4079620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Haiku 5.5 定價是 Sonnet 5.5 的 1/20</a:t>
            </a:r>
          </a:p>
        </p:txBody>
      </p:sp>
      <p:sp>
        <p:nvSpPr>
          <p:cNvPr id="23" name="text 7: ?"/>
          <p:cNvSpPr txBox="1"/>
          <p:nvPr/>
        </p:nvSpPr>
        <p:spPr>
          <a:xfrm>
            <a:off x="9001720" y="5229082"/>
            <a:ext cx="379411" cy="582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84"/>
              </a:lnSpc>
            </a:pPr>
            <a:r>
              <a:rPr sz="4200" b="0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?</a:t>
            </a:r>
          </a:p>
        </p:txBody>
      </p:sp>
      <p:sp>
        <p:nvSpPr>
          <p:cNvPr id="24" name="text 8: effort 轉到最高"/>
          <p:cNvSpPr txBox="1"/>
          <p:nvPr/>
        </p:nvSpPr>
        <p:spPr>
          <a:xfrm>
            <a:off x="7302847" y="7181028"/>
            <a:ext cx="1739914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effort 轉到最高</a:t>
            </a:r>
          </a:p>
        </p:txBody>
      </p:sp>
      <p:sp>
        <p:nvSpPr>
          <p:cNvPr id="25" name="text 9: Sonnet 5.5"/>
          <p:cNvSpPr txBox="1"/>
          <p:nvPr/>
        </p:nvSpPr>
        <p:spPr>
          <a:xfrm>
            <a:off x="1066800" y="8448782"/>
            <a:ext cx="1512585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Sonnet 5.5</a:t>
            </a:r>
          </a:p>
        </p:txBody>
      </p:sp>
      <p:sp>
        <p:nvSpPr>
          <p:cNvPr id="26" name="text 10: Haiku 5.5"/>
          <p:cNvSpPr txBox="1"/>
          <p:nvPr/>
        </p:nvSpPr>
        <p:spPr>
          <a:xfrm>
            <a:off x="1066800" y="9096482"/>
            <a:ext cx="1331794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Haiku 5.5</a:t>
            </a:r>
          </a:p>
        </p:txBody>
      </p:sp>
      <p:sp>
        <p:nvSpPr>
          <p:cNvPr id="27" name="text 11: 作者實測 12 類日常助手工作"/>
          <p:cNvSpPr txBox="1"/>
          <p:nvPr/>
        </p:nvSpPr>
        <p:spPr>
          <a:xfrm>
            <a:off x="3278237" y="11275042"/>
            <a:ext cx="4030557" cy="4219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2"/>
              </a:lnSpc>
            </a:pPr>
            <a:r>
              <a:rPr sz="2325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作者實測 12 類日常助手工作</a:t>
            </a:r>
          </a:p>
        </p:txBody>
      </p:sp>
      <p:sp>
        <p:nvSpPr>
          <p:cNvPr id="28" name="text 12: 巴哲 BaChe"/>
          <p:cNvSpPr txBox="1"/>
          <p:nvPr/>
        </p:nvSpPr>
        <p:spPr>
          <a:xfrm>
            <a:off x="4431305" y="12042962"/>
            <a:ext cx="1424241" cy="271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36"/>
              </a:lnSpc>
            </a:pPr>
            <a:r>
              <a:rPr sz="1800" b="0" spc="72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巴哲 BaChe</a:t>
            </a:r>
          </a:p>
        </p:txBody>
      </p:sp>
    </p:spTree>
  </p:cSld>
  <p:clrMapOvr>
    <a:masterClrMapping/>
  </p:clrMapOvr>
  <p:transition spd="med" advTm="58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8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25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85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 (paper)" descr="base-02.png"/>
          <p:cNvPicPr>
            <a:picLocks noChangeAspect="1" noMove="1" noResize="1" noRot="1" noGrp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drawing 1" descr="c02-svg1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8895" y="5616893"/>
            <a:ext cx="5350193" cy="645795"/>
          </a:xfrm>
          <a:prstGeom prst="rect">
            <a:avLst/>
          </a:prstGeom>
        </p:spPr>
      </p:pic>
      <p:pic>
        <p:nvPicPr>
          <p:cNvPr id="4" name="drawing 2" descr="c02-svg2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2705" y="6215942"/>
            <a:ext cx="2810827" cy="649678"/>
          </a:xfrm>
          <a:prstGeom prst="rect">
            <a:avLst/>
          </a:prstGeom>
        </p:spPr>
      </p:pic>
      <p:pic>
        <p:nvPicPr>
          <p:cNvPr id="5" name="drawing 3" descr="c02-svg3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90800" y="6791325"/>
            <a:ext cx="493395" cy="677227"/>
          </a:xfrm>
          <a:prstGeom prst="rect">
            <a:avLst/>
          </a:prstGeom>
        </p:spPr>
      </p:pic>
      <p:pic>
        <p:nvPicPr>
          <p:cNvPr id="6" name="drawing 4" descr="c02-svg4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1980" y="8451532"/>
            <a:ext cx="1470660" cy="875348"/>
          </a:xfrm>
          <a:prstGeom prst="rect">
            <a:avLst/>
          </a:prstGeom>
        </p:spPr>
      </p:pic>
      <p:pic>
        <p:nvPicPr>
          <p:cNvPr id="7" name="drawing 5" descr="c02-svg5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44128" y="8508682"/>
            <a:ext cx="1231582" cy="746760"/>
          </a:xfrm>
          <a:prstGeom prst="rect">
            <a:avLst/>
          </a:prstGeom>
        </p:spPr>
      </p:pic>
      <p:pic>
        <p:nvPicPr>
          <p:cNvPr id="8" name="drawing 6" descr="c02-svg6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82003" y="11061920"/>
            <a:ext cx="5125575" cy="782509"/>
          </a:xfrm>
          <a:prstGeom prst="rect">
            <a:avLst/>
          </a:prstGeom>
        </p:spPr>
      </p:pic>
      <p:pic>
        <p:nvPicPr>
          <p:cNvPr id="9" name="drawing 7" descr="c02-svg7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03382" y="8973502"/>
            <a:ext cx="3222307" cy="308610"/>
          </a:xfrm>
          <a:prstGeom prst="rect">
            <a:avLst/>
          </a:prstGeom>
        </p:spPr>
      </p:pic>
      <p:sp>
        <p:nvSpPr>
          <p:cNvPr id="10" name="text 1: WHAT'S NEW"/>
          <p:cNvSpPr txBox="1"/>
          <p:nvPr/>
        </p:nvSpPr>
        <p:spPr>
          <a:xfrm>
            <a:off x="685800" y="634276"/>
            <a:ext cx="1983965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156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WHAT'S NEW</a:t>
            </a:r>
          </a:p>
        </p:txBody>
      </p:sp>
      <p:sp>
        <p:nvSpPr>
          <p:cNvPr id="11" name="text 2: 02 / 10"/>
          <p:cNvSpPr txBox="1"/>
          <p:nvPr/>
        </p:nvSpPr>
        <p:spPr>
          <a:xfrm>
            <a:off x="8759130" y="634276"/>
            <a:ext cx="968794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78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02 / 10</a:t>
            </a:r>
          </a:p>
        </p:txBody>
      </p:sp>
      <p:sp>
        <p:nvSpPr>
          <p:cNvPr id="12" name="text 3: Haiku 5.5 出了："/>
          <p:cNvSpPr txBox="1"/>
          <p:nvPr/>
        </p:nvSpPr>
        <p:spPr>
          <a:xfrm>
            <a:off x="685800" y="1166054"/>
            <a:ext cx="7418406" cy="19276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439"/>
              </a:lnSpc>
            </a:pPr>
            <a:r>
              <a:rPr sz="6000" b="0" spc="6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Haiku 5.5 出了：</a:t>
            </a:r>
            <a:br/>
            <a:r>
              <a:rPr sz="6000" b="0" spc="6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便宜在哪、</a:t>
            </a:r>
            <a:r>
              <a:rPr sz="6000" b="0" spc="60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為誰設計</a:t>
            </a:r>
          </a:p>
        </p:txBody>
      </p:sp>
      <p:sp>
        <p:nvSpPr>
          <p:cNvPr id="13" name="text 4: 2026-10-07 推出"/>
          <p:cNvSpPr txBox="1"/>
          <p:nvPr/>
        </p:nvSpPr>
        <p:spPr>
          <a:xfrm>
            <a:off x="685800" y="3150952"/>
            <a:ext cx="2347755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225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2026-10-07 推出</a:t>
            </a:r>
          </a:p>
        </p:txBody>
      </p:sp>
      <p:sp>
        <p:nvSpPr>
          <p:cNvPr id="14" name="text 5: API 定價（同樣多的 token）"/>
          <p:cNvSpPr txBox="1"/>
          <p:nvPr/>
        </p:nvSpPr>
        <p:spPr>
          <a:xfrm>
            <a:off x="685800" y="5190898"/>
            <a:ext cx="3167307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API 定價（同樣多的 token）</a:t>
            </a:r>
          </a:p>
        </p:txBody>
      </p:sp>
      <p:sp>
        <p:nvSpPr>
          <p:cNvPr id="15" name="text 6: Sonnet 5.5"/>
          <p:cNvSpPr txBox="1"/>
          <p:nvPr/>
        </p:nvSpPr>
        <p:spPr>
          <a:xfrm>
            <a:off x="685800" y="5725228"/>
            <a:ext cx="1512585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Sonnet 5.5</a:t>
            </a:r>
          </a:p>
        </p:txBody>
      </p:sp>
      <p:sp>
        <p:nvSpPr>
          <p:cNvPr id="16" name="text 7: Haiku 4.5"/>
          <p:cNvSpPr txBox="1"/>
          <p:nvPr/>
        </p:nvSpPr>
        <p:spPr>
          <a:xfrm>
            <a:off x="685800" y="6334828"/>
            <a:ext cx="1331794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Haiku 4.5</a:t>
            </a:r>
          </a:p>
        </p:txBody>
      </p:sp>
      <p:sp>
        <p:nvSpPr>
          <p:cNvPr id="17" name="text 8: Haiku 5.5"/>
          <p:cNvSpPr txBox="1"/>
          <p:nvPr/>
        </p:nvSpPr>
        <p:spPr>
          <a:xfrm>
            <a:off x="685800" y="6944428"/>
            <a:ext cx="1331794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Haiku 5.5</a:t>
            </a:r>
          </a:p>
        </p:txBody>
      </p:sp>
      <p:sp>
        <p:nvSpPr>
          <p:cNvPr id="18" name="text 9: 1/20（比 Sonnet 5.5）· 1/10"/>
          <p:cNvSpPr txBox="1"/>
          <p:nvPr/>
        </p:nvSpPr>
        <p:spPr>
          <a:xfrm>
            <a:off x="3171825" y="6944428"/>
            <a:ext cx="5167360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1/20</a:t>
            </a: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（比 Sonnet 5.5）· </a:t>
            </a:r>
            <a:r>
              <a:rPr sz="2100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1/10</a:t>
            </a: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（比 4.5）</a:t>
            </a:r>
          </a:p>
        </p:txBody>
      </p:sp>
      <p:sp>
        <p:nvSpPr>
          <p:cNvPr id="19" name="text 10: 同一段文字約多用 30% token，所以比 4"/>
          <p:cNvSpPr txBox="1"/>
          <p:nvPr/>
        </p:nvSpPr>
        <p:spPr>
          <a:xfrm>
            <a:off x="685800" y="7604480"/>
            <a:ext cx="7504069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同一段文字約多用 30% token，所以比 4.5 實際約省 7–8 倍</a:t>
            </a:r>
          </a:p>
        </p:txBody>
      </p:sp>
      <p:sp>
        <p:nvSpPr>
          <p:cNvPr id="20" name="text 11: 主模型"/>
          <p:cNvSpPr txBox="1"/>
          <p:nvPr/>
        </p:nvSpPr>
        <p:spPr>
          <a:xfrm>
            <a:off x="871347" y="8712705"/>
            <a:ext cx="924306" cy="38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729"/>
              </a:lnSpc>
            </a:pPr>
            <a:r>
              <a:rPr sz="2100" b="1">
                <a:solidFill>
                  <a:srgbClr val="1E2230"/>
                </a:solidFill>
                <a:latin typeface="Noto Sans TC"/>
                <a:ea typeface="Noto Sans TC"/>
                <a:cs typeface="Noto Sans TC"/>
              </a:rPr>
              <a:t>主模型</a:t>
            </a:r>
          </a:p>
        </p:txBody>
      </p:sp>
      <p:sp>
        <p:nvSpPr>
          <p:cNvPr id="21" name="text 12: 小助手"/>
          <p:cNvSpPr txBox="1"/>
          <p:nvPr/>
        </p:nvSpPr>
        <p:spPr>
          <a:xfrm>
            <a:off x="2760726" y="8736814"/>
            <a:ext cx="803148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340"/>
              </a:lnSpc>
            </a:pPr>
            <a:r>
              <a:rPr sz="1800" b="1">
                <a:solidFill>
                  <a:srgbClr val="1E2230"/>
                </a:solidFill>
                <a:latin typeface="Noto Sans TC"/>
                <a:ea typeface="Noto Sans TC"/>
                <a:cs typeface="Noto Sans TC"/>
              </a:rPr>
              <a:t>小助手</a:t>
            </a:r>
          </a:p>
        </p:txBody>
      </p:sp>
      <p:sp>
        <p:nvSpPr>
          <p:cNvPr id="22" name="text 13: 官方定位："/>
          <p:cNvSpPr txBox="1"/>
          <p:nvPr/>
        </p:nvSpPr>
        <p:spPr>
          <a:xfrm>
            <a:off x="4343400" y="8486483"/>
            <a:ext cx="3185922" cy="8114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4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官方定位：</a:t>
            </a:r>
            <a:br/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給子代理、助手類工作用</a:t>
            </a:r>
          </a:p>
        </p:txBody>
      </p:sp>
      <p:sp>
        <p:nvSpPr>
          <p:cNvPr id="23" name="text 14: 哪些能交給它？effort 開多少？"/>
          <p:cNvSpPr txBox="1"/>
          <p:nvPr/>
        </p:nvSpPr>
        <p:spPr>
          <a:xfrm>
            <a:off x="3078807" y="11275042"/>
            <a:ext cx="4453348" cy="4219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2"/>
              </a:lnSpc>
            </a:pPr>
            <a:r>
              <a:rPr sz="2325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哪些能交給它？effort 開多少？</a:t>
            </a:r>
          </a:p>
        </p:txBody>
      </p:sp>
      <p:sp>
        <p:nvSpPr>
          <p:cNvPr id="24" name="text 15: 巴哲 BaChe"/>
          <p:cNvSpPr txBox="1"/>
          <p:nvPr/>
        </p:nvSpPr>
        <p:spPr>
          <a:xfrm>
            <a:off x="4431305" y="12042962"/>
            <a:ext cx="1424241" cy="271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36"/>
              </a:lnSpc>
            </a:pPr>
            <a:r>
              <a:rPr sz="1800" b="0" spc="72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巴哲 BaChe</a:t>
            </a:r>
          </a:p>
        </p:txBody>
      </p:sp>
    </p:spTree>
  </p:cSld>
  <p:clrMapOvr>
    <a:masterClrMapping/>
  </p:clrMapOvr>
  <p:transition spd="med" advTm="52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"/>
                            </p:stCondLst>
                            <p:childTnLst>
                              <p:par>
                                <p:cTn id="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25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 (paper)" descr="base-01.png"/>
          <p:cNvPicPr>
            <a:picLocks noChangeAspect="1" noMove="1" noResize="1" noRot="1" noGrp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drawing 1" descr="c03-svg1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5310" y="4495800"/>
            <a:ext cx="902970" cy="639127"/>
          </a:xfrm>
          <a:prstGeom prst="rect">
            <a:avLst/>
          </a:prstGeom>
        </p:spPr>
      </p:pic>
      <p:pic>
        <p:nvPicPr>
          <p:cNvPr id="4" name="drawing 2" descr="c03-svg2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78280" y="4452938"/>
            <a:ext cx="906780" cy="681038"/>
          </a:xfrm>
          <a:prstGeom prst="rect">
            <a:avLst/>
          </a:prstGeom>
        </p:spPr>
      </p:pic>
      <p:pic>
        <p:nvPicPr>
          <p:cNvPr id="5" name="drawing 3" descr="c03-svg3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23160" y="4465320"/>
            <a:ext cx="865822" cy="667703"/>
          </a:xfrm>
          <a:prstGeom prst="rect">
            <a:avLst/>
          </a:prstGeom>
        </p:spPr>
      </p:pic>
      <p:pic>
        <p:nvPicPr>
          <p:cNvPr id="6" name="drawing 4" descr="c03-svg4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11843" y="4491038"/>
            <a:ext cx="883920" cy="629602"/>
          </a:xfrm>
          <a:prstGeom prst="rect">
            <a:avLst/>
          </a:prstGeom>
        </p:spPr>
      </p:pic>
      <p:pic>
        <p:nvPicPr>
          <p:cNvPr id="7" name="drawing 5" descr="c03-svg5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1027" y="5123498"/>
            <a:ext cx="879157" cy="673417"/>
          </a:xfrm>
          <a:prstGeom prst="rect">
            <a:avLst/>
          </a:prstGeom>
        </p:spPr>
      </p:pic>
      <p:pic>
        <p:nvPicPr>
          <p:cNvPr id="8" name="drawing 6" descr="c03-svg6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98283" y="5115877"/>
            <a:ext cx="882015" cy="672465"/>
          </a:xfrm>
          <a:prstGeom prst="rect">
            <a:avLst/>
          </a:prstGeom>
        </p:spPr>
      </p:pic>
      <p:pic>
        <p:nvPicPr>
          <p:cNvPr id="9" name="drawing 7" descr="c03-svg7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8397" y="5113973"/>
            <a:ext cx="895350" cy="654367"/>
          </a:xfrm>
          <a:prstGeom prst="rect">
            <a:avLst/>
          </a:prstGeom>
        </p:spPr>
      </p:pic>
      <p:pic>
        <p:nvPicPr>
          <p:cNvPr id="10" name="drawing 8" descr="c03-svg8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01365" y="5139690"/>
            <a:ext cx="922972" cy="646748"/>
          </a:xfrm>
          <a:prstGeom prst="rect">
            <a:avLst/>
          </a:prstGeom>
        </p:spPr>
      </p:pic>
      <p:pic>
        <p:nvPicPr>
          <p:cNvPr id="11" name="drawing 9" descr="c03-svg9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3402" y="5775007"/>
            <a:ext cx="940118" cy="642938"/>
          </a:xfrm>
          <a:prstGeom prst="rect">
            <a:avLst/>
          </a:prstGeom>
        </p:spPr>
      </p:pic>
      <p:pic>
        <p:nvPicPr>
          <p:cNvPr id="12" name="drawing 10" descr="c03-svg10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489710" y="5761673"/>
            <a:ext cx="917258" cy="683895"/>
          </a:xfrm>
          <a:prstGeom prst="rect">
            <a:avLst/>
          </a:prstGeom>
        </p:spPr>
      </p:pic>
      <p:pic>
        <p:nvPicPr>
          <p:cNvPr id="13" name="drawing 11" descr="c03-svg11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395538" y="5775960"/>
            <a:ext cx="915353" cy="676275"/>
          </a:xfrm>
          <a:prstGeom prst="rect">
            <a:avLst/>
          </a:prstGeom>
        </p:spPr>
      </p:pic>
      <p:pic>
        <p:nvPicPr>
          <p:cNvPr id="14" name="drawing 12" descr="c03-svg12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309938" y="5758815"/>
            <a:ext cx="911543" cy="641985"/>
          </a:xfrm>
          <a:prstGeom prst="rect">
            <a:avLst/>
          </a:prstGeom>
        </p:spPr>
      </p:pic>
      <p:pic>
        <p:nvPicPr>
          <p:cNvPr id="15" name="drawing 13" descr="c03-svg13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2333" y="7556850"/>
            <a:ext cx="972762" cy="998304"/>
          </a:xfrm>
          <a:prstGeom prst="rect">
            <a:avLst/>
          </a:prstGeom>
        </p:spPr>
      </p:pic>
      <p:pic>
        <p:nvPicPr>
          <p:cNvPr id="16" name="drawing 14" descr="c03-svg14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581705" y="11062818"/>
            <a:ext cx="5124442" cy="780407"/>
          </a:xfrm>
          <a:prstGeom prst="rect">
            <a:avLst/>
          </a:prstGeom>
        </p:spPr>
      </p:pic>
      <p:pic>
        <p:nvPicPr>
          <p:cNvPr id="17" name="drawing 15" descr="c03-svg15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741170" y="7935277"/>
            <a:ext cx="3532823" cy="344805"/>
          </a:xfrm>
          <a:prstGeom prst="rect">
            <a:avLst/>
          </a:prstGeom>
        </p:spPr>
      </p:pic>
      <p:pic>
        <p:nvPicPr>
          <p:cNvPr id="18" name="drawing 16" descr="c03-svg16.png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67715" y="4692968"/>
            <a:ext cx="522923" cy="213360"/>
          </a:xfrm>
          <a:prstGeom prst="rect">
            <a:avLst/>
          </a:prstGeom>
        </p:spPr>
      </p:pic>
      <p:pic>
        <p:nvPicPr>
          <p:cNvPr id="19" name="drawing 17" descr="c03-svg17.png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681162" y="4692968"/>
            <a:ext cx="523875" cy="212407"/>
          </a:xfrm>
          <a:prstGeom prst="rect">
            <a:avLst/>
          </a:prstGeom>
        </p:spPr>
      </p:pic>
      <p:pic>
        <p:nvPicPr>
          <p:cNvPr id="20" name="drawing 18" descr="c03-svg18.png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595562" y="4694478"/>
            <a:ext cx="524828" cy="210339"/>
          </a:xfrm>
          <a:prstGeom prst="rect">
            <a:avLst/>
          </a:prstGeom>
        </p:spPr>
      </p:pic>
      <p:pic>
        <p:nvPicPr>
          <p:cNvPr id="21" name="drawing 19" descr="c03-svg19.png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508057" y="4693660"/>
            <a:ext cx="525780" cy="211715"/>
          </a:xfrm>
          <a:prstGeom prst="rect">
            <a:avLst/>
          </a:prstGeom>
        </p:spPr>
      </p:pic>
      <p:pic>
        <p:nvPicPr>
          <p:cNvPr id="22" name="drawing 20" descr="c03-svg20.png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767715" y="5340668"/>
            <a:ext cx="521970" cy="213360"/>
          </a:xfrm>
          <a:prstGeom prst="rect">
            <a:avLst/>
          </a:prstGeom>
        </p:spPr>
      </p:pic>
      <p:pic>
        <p:nvPicPr>
          <p:cNvPr id="23" name="drawing 21" descr="c03-svg21.png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682115" y="5340668"/>
            <a:ext cx="524827" cy="212781"/>
          </a:xfrm>
          <a:prstGeom prst="rect">
            <a:avLst/>
          </a:prstGeom>
        </p:spPr>
      </p:pic>
      <p:pic>
        <p:nvPicPr>
          <p:cNvPr id="24" name="drawing 22" descr="c03-svg22.png"/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2595562" y="5341620"/>
            <a:ext cx="525780" cy="211455"/>
          </a:xfrm>
          <a:prstGeom prst="rect">
            <a:avLst/>
          </a:prstGeom>
        </p:spPr>
      </p:pic>
      <p:pic>
        <p:nvPicPr>
          <p:cNvPr id="25" name="drawing 23" descr="c03-svg23.png"/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3510915" y="5341620"/>
            <a:ext cx="522922" cy="211455"/>
          </a:xfrm>
          <a:prstGeom prst="rect">
            <a:avLst/>
          </a:prstGeom>
        </p:spPr>
      </p:pic>
      <p:pic>
        <p:nvPicPr>
          <p:cNvPr id="26" name="drawing 24" descr="c03-svg24.png"/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767715" y="5988368"/>
            <a:ext cx="523875" cy="212407"/>
          </a:xfrm>
          <a:prstGeom prst="rect">
            <a:avLst/>
          </a:prstGeom>
        </p:spPr>
      </p:pic>
      <p:pic>
        <p:nvPicPr>
          <p:cNvPr id="27" name="drawing 25" descr="c03-svg25.png"/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679258" y="5989320"/>
            <a:ext cx="527685" cy="210897"/>
          </a:xfrm>
          <a:prstGeom prst="rect">
            <a:avLst/>
          </a:prstGeom>
        </p:spPr>
      </p:pic>
      <p:pic>
        <p:nvPicPr>
          <p:cNvPr id="28" name="drawing 26" descr="c03-svg26.png"/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2595562" y="5989878"/>
            <a:ext cx="523875" cy="210897"/>
          </a:xfrm>
          <a:prstGeom prst="rect">
            <a:avLst/>
          </a:prstGeom>
        </p:spPr>
      </p:pic>
      <p:pic>
        <p:nvPicPr>
          <p:cNvPr id="29" name="drawing 27" descr="c03-svg27.png"/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3509568" y="5989320"/>
            <a:ext cx="523317" cy="211455"/>
          </a:xfrm>
          <a:prstGeom prst="rect">
            <a:avLst/>
          </a:prstGeom>
        </p:spPr>
      </p:pic>
      <p:pic>
        <p:nvPicPr>
          <p:cNvPr id="30" name="drawing 28" descr="c03-svg28.png"/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73442" y="7815262"/>
            <a:ext cx="541973" cy="496252"/>
          </a:xfrm>
          <a:prstGeom prst="rect">
            <a:avLst/>
          </a:prstGeom>
        </p:spPr>
      </p:pic>
      <p:pic>
        <p:nvPicPr>
          <p:cNvPr id="31" name="drawing 29" descr="c03-svg29.png"/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775244" y="8937457"/>
            <a:ext cx="578231" cy="377030"/>
          </a:xfrm>
          <a:prstGeom prst="rect">
            <a:avLst/>
          </a:prstGeom>
        </p:spPr>
      </p:pic>
      <p:pic>
        <p:nvPicPr>
          <p:cNvPr id="32" name="drawing 30" descr="c03-svg30.png"/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2037397" y="8921115"/>
            <a:ext cx="579120" cy="453390"/>
          </a:xfrm>
          <a:prstGeom prst="rect">
            <a:avLst/>
          </a:prstGeom>
        </p:spPr>
      </p:pic>
      <p:pic>
        <p:nvPicPr>
          <p:cNvPr id="33" name="drawing 31" descr="c03-svg31.png"/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609600" y="2880566"/>
            <a:ext cx="2000250" cy="195501"/>
          </a:xfrm>
          <a:prstGeom prst="rect">
            <a:avLst/>
          </a:prstGeom>
        </p:spPr>
      </p:pic>
      <p:pic>
        <p:nvPicPr>
          <p:cNvPr id="34" name="drawing 32" descr="c03-svg32.png"/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520190" y="9058275"/>
            <a:ext cx="327660" cy="180975"/>
          </a:xfrm>
          <a:prstGeom prst="rect">
            <a:avLst/>
          </a:prstGeom>
        </p:spPr>
      </p:pic>
      <p:sp>
        <p:nvSpPr>
          <p:cNvPr id="35" name="text 1: HOW I TESTED"/>
          <p:cNvSpPr txBox="1"/>
          <p:nvPr/>
        </p:nvSpPr>
        <p:spPr>
          <a:xfrm>
            <a:off x="685800" y="634276"/>
            <a:ext cx="2211452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156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HOW I TESTED</a:t>
            </a:r>
          </a:p>
        </p:txBody>
      </p:sp>
      <p:sp>
        <p:nvSpPr>
          <p:cNvPr id="36" name="text 2: 03 / 10"/>
          <p:cNvSpPr txBox="1"/>
          <p:nvPr/>
        </p:nvSpPr>
        <p:spPr>
          <a:xfrm>
            <a:off x="8759130" y="634276"/>
            <a:ext cx="968794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78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03 / 10</a:t>
            </a:r>
          </a:p>
        </p:txBody>
      </p:sp>
      <p:sp>
        <p:nvSpPr>
          <p:cNvPr id="37" name="text 3: 我怎麼測："/>
          <p:cNvSpPr txBox="1"/>
          <p:nvPr/>
        </p:nvSpPr>
        <p:spPr>
          <a:xfrm>
            <a:off x="685800" y="1166054"/>
            <a:ext cx="6979997" cy="19276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439"/>
              </a:lnSpc>
            </a:pPr>
            <a:r>
              <a:rPr sz="6000" b="0" spc="6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我怎麼測：</a:t>
            </a:r>
            <a:br/>
            <a:r>
              <a:rPr sz="6000" b="0" spc="60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12 類</a:t>
            </a:r>
            <a:r>
              <a:rPr sz="6000" b="0" spc="6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日常助手工作</a:t>
            </a:r>
          </a:p>
        </p:txBody>
      </p:sp>
      <p:sp>
        <p:nvSpPr>
          <p:cNvPr id="38" name="text 4: 12 × 3 = 36"/>
          <p:cNvSpPr txBox="1"/>
          <p:nvPr/>
        </p:nvSpPr>
        <p:spPr>
          <a:xfrm>
            <a:off x="4686300" y="4392733"/>
            <a:ext cx="1365397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12 × 3 = 36</a:t>
            </a:r>
          </a:p>
        </p:txBody>
      </p:sp>
      <p:sp>
        <p:nvSpPr>
          <p:cNvPr id="39" name="text 5: 36 次"/>
          <p:cNvSpPr txBox="1"/>
          <p:nvPr/>
        </p:nvSpPr>
        <p:spPr>
          <a:xfrm>
            <a:off x="4686300" y="4897960"/>
            <a:ext cx="2356747" cy="1495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75"/>
              </a:lnSpc>
            </a:pPr>
            <a:r>
              <a:rPr sz="11250" b="0" spc="-225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36</a:t>
            </a:r>
            <a:r>
              <a:rPr sz="3000" b="0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 次</a:t>
            </a:r>
          </a:p>
        </p:txBody>
      </p:sp>
      <p:sp>
        <p:nvSpPr>
          <p:cNvPr id="40" name="text 6: 每個設定：每類跑 3 次"/>
          <p:cNvSpPr txBox="1"/>
          <p:nvPr/>
        </p:nvSpPr>
        <p:spPr>
          <a:xfrm>
            <a:off x="4686300" y="6152923"/>
            <a:ext cx="2504250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每個設定：每類跑 3 次</a:t>
            </a:r>
          </a:p>
        </p:txBody>
      </p:sp>
      <p:sp>
        <p:nvSpPr>
          <p:cNvPr id="41" name="text 7: 像摘要、擷取、翻譯、寫腳本這類日常助手工作，共 "/>
          <p:cNvSpPr txBox="1"/>
          <p:nvPr/>
        </p:nvSpPr>
        <p:spPr>
          <a:xfrm>
            <a:off x="685800" y="6966305"/>
            <a:ext cx="7310658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像摘要、擷取、翻譯、寫腳本這類日常助手工作，共 12 類</a:t>
            </a:r>
          </a:p>
        </p:txBody>
      </p:sp>
      <p:sp>
        <p:nvSpPr>
          <p:cNvPr id="42" name="text 8: 由程式評分，不用 AI 當裁判"/>
          <p:cNvSpPr txBox="1"/>
          <p:nvPr/>
        </p:nvSpPr>
        <p:spPr>
          <a:xfrm>
            <a:off x="1847850" y="7864483"/>
            <a:ext cx="3576373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由程式評分，不用 AI 當裁判</a:t>
            </a:r>
          </a:p>
        </p:txBody>
      </p:sp>
      <p:sp>
        <p:nvSpPr>
          <p:cNvPr id="43" name="text 9: 先在乾淨的雲端環境跑，再換第二台電腦重跑"/>
          <p:cNvSpPr txBox="1"/>
          <p:nvPr/>
        </p:nvSpPr>
        <p:spPr>
          <a:xfrm>
            <a:off x="2952750" y="8950333"/>
            <a:ext cx="5730240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先在乾淨的雲端環境跑，再換第二台電腦重跑</a:t>
            </a:r>
          </a:p>
        </p:txBody>
      </p:sp>
      <p:sp>
        <p:nvSpPr>
          <p:cNvPr id="44" name="text 10: 樣本小：請當方向看，不是定論"/>
          <p:cNvSpPr txBox="1"/>
          <p:nvPr/>
        </p:nvSpPr>
        <p:spPr>
          <a:xfrm>
            <a:off x="3076575" y="11275042"/>
            <a:ext cx="4458081" cy="4219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2"/>
              </a:lnSpc>
            </a:pPr>
            <a:r>
              <a:rPr sz="2325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樣本小：請當方向看，不是定論</a:t>
            </a:r>
          </a:p>
        </p:txBody>
      </p:sp>
      <p:sp>
        <p:nvSpPr>
          <p:cNvPr id="45" name="text 11: 巴哲 BaChe"/>
          <p:cNvSpPr txBox="1"/>
          <p:nvPr/>
        </p:nvSpPr>
        <p:spPr>
          <a:xfrm>
            <a:off x="4431305" y="12042962"/>
            <a:ext cx="1424241" cy="271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36"/>
              </a:lnSpc>
            </a:pPr>
            <a:r>
              <a:rPr sz="1800" b="0" spc="72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巴哲 BaChe</a:t>
            </a:r>
          </a:p>
        </p:txBody>
      </p:sp>
    </p:spTree>
  </p:cSld>
  <p:clrMapOvr>
    <a:masterClrMapping/>
  </p:clrMapOvr>
  <p:transition spd="med" advTm="5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00"/>
                            </p:stCondLst>
                            <p:childTnLst>
                              <p:par>
                                <p:cTn id="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8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400"/>
                            </p:stCondLst>
                            <p:childTnLst>
                              <p:par>
                                <p:cTn id="1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 (paper)" descr="base-04.png"/>
          <p:cNvPicPr>
            <a:picLocks noChangeAspect="1" noMove="1" noResize="1" noRot="1" noGrp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drawing 1" descr="c04-svg1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508" y="4693920"/>
            <a:ext cx="8492490" cy="130493"/>
          </a:xfrm>
          <a:prstGeom prst="rect">
            <a:avLst/>
          </a:prstGeom>
        </p:spPr>
      </p:pic>
      <p:pic>
        <p:nvPicPr>
          <p:cNvPr id="4" name="drawing 2" descr="c04-svg2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555" y="5477827"/>
            <a:ext cx="8491538" cy="160643"/>
          </a:xfrm>
          <a:prstGeom prst="rect">
            <a:avLst/>
          </a:prstGeom>
        </p:spPr>
      </p:pic>
      <p:pic>
        <p:nvPicPr>
          <p:cNvPr id="5" name="drawing 3" descr="c04-svg3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2460" y="6311265"/>
            <a:ext cx="8489632" cy="136849"/>
          </a:xfrm>
          <a:prstGeom prst="rect">
            <a:avLst/>
          </a:prstGeom>
        </p:spPr>
      </p:pic>
      <p:pic>
        <p:nvPicPr>
          <p:cNvPr id="6" name="drawing 4" descr="c04-svg4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7698" y="8201025"/>
            <a:ext cx="8495347" cy="142074"/>
          </a:xfrm>
          <a:prstGeom prst="rect">
            <a:avLst/>
          </a:prstGeom>
        </p:spPr>
      </p:pic>
      <p:pic>
        <p:nvPicPr>
          <p:cNvPr id="7" name="drawing 5" descr="c04-svg5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9602" y="9010544"/>
            <a:ext cx="8496300" cy="148167"/>
          </a:xfrm>
          <a:prstGeom prst="rect">
            <a:avLst/>
          </a:prstGeom>
        </p:spPr>
      </p:pic>
      <p:pic>
        <p:nvPicPr>
          <p:cNvPr id="8" name="drawing 6" descr="c04-svg6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23113" y="11067673"/>
            <a:ext cx="5429817" cy="784849"/>
          </a:xfrm>
          <a:prstGeom prst="rect">
            <a:avLst/>
          </a:prstGeom>
        </p:spPr>
      </p:pic>
      <p:sp>
        <p:nvSpPr>
          <p:cNvPr id="9" name="text 1: SAME RULER"/>
          <p:cNvSpPr txBox="1"/>
          <p:nvPr/>
        </p:nvSpPr>
        <p:spPr>
          <a:xfrm>
            <a:off x="685800" y="634276"/>
            <a:ext cx="1977339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156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SAME RULER</a:t>
            </a:r>
          </a:p>
        </p:txBody>
      </p:sp>
      <p:sp>
        <p:nvSpPr>
          <p:cNvPr id="10" name="text 2: 04 / 10"/>
          <p:cNvSpPr txBox="1"/>
          <p:nvPr/>
        </p:nvSpPr>
        <p:spPr>
          <a:xfrm>
            <a:off x="8759130" y="634276"/>
            <a:ext cx="968794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78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04 / 10</a:t>
            </a:r>
          </a:p>
        </p:txBody>
      </p:sp>
      <p:sp>
        <p:nvSpPr>
          <p:cNvPr id="11" name="text 3: 同一把尺：Haiku 三檔"/>
          <p:cNvSpPr txBox="1"/>
          <p:nvPr/>
        </p:nvSpPr>
        <p:spPr>
          <a:xfrm>
            <a:off x="685800" y="1166054"/>
            <a:ext cx="8411176" cy="19276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439"/>
              </a:lnSpc>
            </a:pPr>
            <a:r>
              <a:rPr sz="6000" b="0" spc="60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同一把尺</a:t>
            </a:r>
            <a:r>
              <a:rPr sz="6000" b="0" spc="6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：Haiku 三檔</a:t>
            </a:r>
            <a:br/>
            <a:r>
              <a:rPr sz="6000" b="0" spc="6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vs Sonnet 兩檔</a:t>
            </a:r>
          </a:p>
        </p:txBody>
      </p:sp>
      <p:sp>
        <p:nvSpPr>
          <p:cNvPr id="12" name="text 4: 設定"/>
          <p:cNvSpPr txBox="1"/>
          <p:nvPr/>
        </p:nvSpPr>
        <p:spPr>
          <a:xfrm>
            <a:off x="781050" y="4364243"/>
            <a:ext cx="560832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設定</a:t>
            </a:r>
          </a:p>
        </p:txBody>
      </p:sp>
      <p:sp>
        <p:nvSpPr>
          <p:cNvPr id="13" name="text 5: 36 題做對"/>
          <p:cNvSpPr txBox="1"/>
          <p:nvPr/>
        </p:nvSpPr>
        <p:spPr>
          <a:xfrm>
            <a:off x="3638550" y="4364243"/>
            <a:ext cx="1144220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36 題做對</a:t>
            </a:r>
          </a:p>
        </p:txBody>
      </p:sp>
      <p:sp>
        <p:nvSpPr>
          <p:cNvPr id="14" name="text 6: 每題成本"/>
          <p:cNvSpPr txBox="1"/>
          <p:nvPr/>
        </p:nvSpPr>
        <p:spPr>
          <a:xfrm>
            <a:off x="5257800" y="4364243"/>
            <a:ext cx="1045464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每題成本</a:t>
            </a:r>
          </a:p>
        </p:txBody>
      </p:sp>
      <p:sp>
        <p:nvSpPr>
          <p:cNvPr id="15" name="text 7: 中位時間"/>
          <p:cNvSpPr txBox="1"/>
          <p:nvPr/>
        </p:nvSpPr>
        <p:spPr>
          <a:xfrm>
            <a:off x="7543800" y="4364243"/>
            <a:ext cx="1045464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中位時間</a:t>
            </a:r>
          </a:p>
        </p:txBody>
      </p:sp>
      <p:sp>
        <p:nvSpPr>
          <p:cNvPr id="16" name="text 8: Haiku 5.5 medium"/>
          <p:cNvSpPr txBox="1"/>
          <p:nvPr/>
        </p:nvSpPr>
        <p:spPr>
          <a:xfrm>
            <a:off x="781050" y="4881198"/>
            <a:ext cx="2418115" cy="360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Haiku 5.5 medium</a:t>
            </a:r>
          </a:p>
        </p:txBody>
      </p:sp>
      <p:sp>
        <p:nvSpPr>
          <p:cNvPr id="17" name="text 9: （預設）"/>
          <p:cNvSpPr txBox="1"/>
          <p:nvPr/>
        </p:nvSpPr>
        <p:spPr>
          <a:xfrm>
            <a:off x="781050" y="5204385"/>
            <a:ext cx="1045464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（預設）</a:t>
            </a:r>
          </a:p>
        </p:txBody>
      </p:sp>
      <p:sp>
        <p:nvSpPr>
          <p:cNvPr id="18" name="text 10: 32 n=36"/>
          <p:cNvSpPr txBox="1"/>
          <p:nvPr/>
        </p:nvSpPr>
        <p:spPr>
          <a:xfrm>
            <a:off x="3638550" y="5008670"/>
            <a:ext cx="1039311" cy="38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9"/>
              </a:lnSpc>
            </a:pPr>
            <a:r>
              <a:rPr sz="2100" b="1">
                <a:solidFill>
                  <a:srgbClr val="1E2230"/>
                </a:solidFill>
                <a:latin typeface="Noto Sans TC"/>
                <a:ea typeface="Noto Sans TC"/>
                <a:cs typeface="Noto Sans TC"/>
              </a:rPr>
              <a:t>32</a:t>
            </a: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 </a:t>
            </a: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n=36</a:t>
            </a:r>
          </a:p>
        </p:txBody>
      </p:sp>
      <p:sp>
        <p:nvSpPr>
          <p:cNvPr id="19" name="text 11: US$0.0043"/>
          <p:cNvSpPr txBox="1"/>
          <p:nvPr/>
        </p:nvSpPr>
        <p:spPr>
          <a:xfrm>
            <a:off x="5257800" y="4871600"/>
            <a:ext cx="1502015" cy="38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9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US$0.0043</a:t>
            </a:r>
          </a:p>
        </p:txBody>
      </p:sp>
      <p:sp>
        <p:nvSpPr>
          <p:cNvPr id="20" name="text 12: 約 0.43 美分"/>
          <p:cNvSpPr txBox="1"/>
          <p:nvPr/>
        </p:nvSpPr>
        <p:spPr>
          <a:xfrm>
            <a:off x="5257800" y="5216738"/>
            <a:ext cx="1398842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約 0.43 美分</a:t>
            </a:r>
          </a:p>
        </p:txBody>
      </p:sp>
      <p:sp>
        <p:nvSpPr>
          <p:cNvPr id="21" name="text 13: 7.5 秒"/>
          <p:cNvSpPr txBox="1"/>
          <p:nvPr/>
        </p:nvSpPr>
        <p:spPr>
          <a:xfrm>
            <a:off x="7543800" y="5008670"/>
            <a:ext cx="829178" cy="38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9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7.5 秒</a:t>
            </a:r>
          </a:p>
        </p:txBody>
      </p:sp>
      <p:sp>
        <p:nvSpPr>
          <p:cNvPr id="22" name="text 14: Haiku 5.5 high"/>
          <p:cNvSpPr txBox="1"/>
          <p:nvPr/>
        </p:nvSpPr>
        <p:spPr>
          <a:xfrm>
            <a:off x="781050" y="5829680"/>
            <a:ext cx="1915972" cy="360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Haiku 5.5 high</a:t>
            </a:r>
          </a:p>
        </p:txBody>
      </p:sp>
      <p:sp>
        <p:nvSpPr>
          <p:cNvPr id="23" name="text 15: 35 n=36"/>
          <p:cNvSpPr txBox="1"/>
          <p:nvPr/>
        </p:nvSpPr>
        <p:spPr>
          <a:xfrm>
            <a:off x="3638550" y="5820081"/>
            <a:ext cx="1039311" cy="38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9"/>
              </a:lnSpc>
            </a:pPr>
            <a:r>
              <a:rPr sz="2100" b="1">
                <a:solidFill>
                  <a:srgbClr val="1E2230"/>
                </a:solidFill>
                <a:latin typeface="Noto Sans TC"/>
                <a:ea typeface="Noto Sans TC"/>
                <a:cs typeface="Noto Sans TC"/>
              </a:rPr>
              <a:t>35</a:t>
            </a: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 </a:t>
            </a: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n=36</a:t>
            </a:r>
          </a:p>
        </p:txBody>
      </p:sp>
      <p:sp>
        <p:nvSpPr>
          <p:cNvPr id="24" name="text 16: US$0.0050"/>
          <p:cNvSpPr txBox="1"/>
          <p:nvPr/>
        </p:nvSpPr>
        <p:spPr>
          <a:xfrm>
            <a:off x="5257800" y="5683011"/>
            <a:ext cx="1502015" cy="38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9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US$0.0050</a:t>
            </a:r>
          </a:p>
        </p:txBody>
      </p:sp>
      <p:sp>
        <p:nvSpPr>
          <p:cNvPr id="25" name="text 17: 約 0.50 美分"/>
          <p:cNvSpPr txBox="1"/>
          <p:nvPr/>
        </p:nvSpPr>
        <p:spPr>
          <a:xfrm>
            <a:off x="5257800" y="6028149"/>
            <a:ext cx="1398842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約 0.50 美分</a:t>
            </a:r>
          </a:p>
        </p:txBody>
      </p:sp>
      <p:sp>
        <p:nvSpPr>
          <p:cNvPr id="26" name="text 18: 9.0 秒"/>
          <p:cNvSpPr txBox="1"/>
          <p:nvPr/>
        </p:nvSpPr>
        <p:spPr>
          <a:xfrm>
            <a:off x="7543800" y="5820081"/>
            <a:ext cx="829178" cy="38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9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9.0 秒</a:t>
            </a:r>
          </a:p>
        </p:txBody>
      </p:sp>
      <p:sp>
        <p:nvSpPr>
          <p:cNvPr id="27" name="text 19: Haiku 5.5 xhigh"/>
          <p:cNvSpPr txBox="1"/>
          <p:nvPr/>
        </p:nvSpPr>
        <p:spPr>
          <a:xfrm>
            <a:off x="781050" y="6641091"/>
            <a:ext cx="2063475" cy="360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Haiku 5.5 xhigh</a:t>
            </a:r>
          </a:p>
        </p:txBody>
      </p:sp>
      <p:sp>
        <p:nvSpPr>
          <p:cNvPr id="28" name="text 20: 35 n=36"/>
          <p:cNvSpPr txBox="1"/>
          <p:nvPr/>
        </p:nvSpPr>
        <p:spPr>
          <a:xfrm>
            <a:off x="3638550" y="6631492"/>
            <a:ext cx="1039311" cy="38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9"/>
              </a:lnSpc>
            </a:pPr>
            <a:r>
              <a:rPr sz="2100" b="1">
                <a:solidFill>
                  <a:srgbClr val="1E2230"/>
                </a:solidFill>
                <a:latin typeface="Noto Sans TC"/>
                <a:ea typeface="Noto Sans TC"/>
                <a:cs typeface="Noto Sans TC"/>
              </a:rPr>
              <a:t>35</a:t>
            </a: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 </a:t>
            </a: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n=36</a:t>
            </a:r>
          </a:p>
        </p:txBody>
      </p:sp>
      <p:sp>
        <p:nvSpPr>
          <p:cNvPr id="29" name="text 21: US$0.0075"/>
          <p:cNvSpPr txBox="1"/>
          <p:nvPr/>
        </p:nvSpPr>
        <p:spPr>
          <a:xfrm>
            <a:off x="5257800" y="6494422"/>
            <a:ext cx="1502015" cy="38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9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US$0.0075</a:t>
            </a:r>
          </a:p>
        </p:txBody>
      </p:sp>
      <p:sp>
        <p:nvSpPr>
          <p:cNvPr id="30" name="text 22: 約 0.75 美分"/>
          <p:cNvSpPr txBox="1"/>
          <p:nvPr/>
        </p:nvSpPr>
        <p:spPr>
          <a:xfrm>
            <a:off x="5257800" y="6839560"/>
            <a:ext cx="1398842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約 0.75 美分</a:t>
            </a:r>
          </a:p>
        </p:txBody>
      </p:sp>
      <p:sp>
        <p:nvSpPr>
          <p:cNvPr id="31" name="text 23: 14.9 秒"/>
          <p:cNvSpPr txBox="1"/>
          <p:nvPr/>
        </p:nvSpPr>
        <p:spPr>
          <a:xfrm>
            <a:off x="7543800" y="6631492"/>
            <a:ext cx="990249" cy="38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9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14.9 秒</a:t>
            </a:r>
          </a:p>
        </p:txBody>
      </p:sp>
      <p:sp>
        <p:nvSpPr>
          <p:cNvPr id="32" name="text 24: Sonnet 5.5 low"/>
          <p:cNvSpPr txBox="1"/>
          <p:nvPr/>
        </p:nvSpPr>
        <p:spPr>
          <a:xfrm>
            <a:off x="781050" y="7700152"/>
            <a:ext cx="1983650" cy="360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Sonnet 5.5 low</a:t>
            </a:r>
          </a:p>
        </p:txBody>
      </p:sp>
      <p:sp>
        <p:nvSpPr>
          <p:cNvPr id="33" name="text 25: 33 n=36"/>
          <p:cNvSpPr txBox="1"/>
          <p:nvPr/>
        </p:nvSpPr>
        <p:spPr>
          <a:xfrm>
            <a:off x="3638550" y="7690553"/>
            <a:ext cx="1039311" cy="38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9"/>
              </a:lnSpc>
            </a:pPr>
            <a:r>
              <a:rPr sz="2100" b="1">
                <a:solidFill>
                  <a:srgbClr val="1E2230"/>
                </a:solidFill>
                <a:latin typeface="Noto Sans TC"/>
                <a:ea typeface="Noto Sans TC"/>
                <a:cs typeface="Noto Sans TC"/>
              </a:rPr>
              <a:t>33</a:t>
            </a: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 </a:t>
            </a: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n=36</a:t>
            </a:r>
          </a:p>
        </p:txBody>
      </p:sp>
      <p:sp>
        <p:nvSpPr>
          <p:cNvPr id="34" name="text 26: US$0.0771"/>
          <p:cNvSpPr txBox="1"/>
          <p:nvPr/>
        </p:nvSpPr>
        <p:spPr>
          <a:xfrm>
            <a:off x="5257800" y="7553482"/>
            <a:ext cx="1502015" cy="38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9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US$0.0771</a:t>
            </a:r>
          </a:p>
        </p:txBody>
      </p:sp>
      <p:sp>
        <p:nvSpPr>
          <p:cNvPr id="35" name="text 27: 約 7.7 美分"/>
          <p:cNvSpPr txBox="1"/>
          <p:nvPr/>
        </p:nvSpPr>
        <p:spPr>
          <a:xfrm>
            <a:off x="5257800" y="7898621"/>
            <a:ext cx="1260646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約 7.7 美分</a:t>
            </a:r>
          </a:p>
        </p:txBody>
      </p:sp>
      <p:sp>
        <p:nvSpPr>
          <p:cNvPr id="36" name="text 28: 7.7 秒"/>
          <p:cNvSpPr txBox="1"/>
          <p:nvPr/>
        </p:nvSpPr>
        <p:spPr>
          <a:xfrm>
            <a:off x="7543800" y="7690553"/>
            <a:ext cx="829178" cy="38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9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7.7 秒</a:t>
            </a:r>
          </a:p>
        </p:txBody>
      </p:sp>
      <p:sp>
        <p:nvSpPr>
          <p:cNvPr id="37" name="text 29: Sonnet 5.5 medium"/>
          <p:cNvSpPr txBox="1"/>
          <p:nvPr/>
        </p:nvSpPr>
        <p:spPr>
          <a:xfrm>
            <a:off x="781050" y="8511563"/>
            <a:ext cx="2588493" cy="360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Sonnet 5.5 medium</a:t>
            </a:r>
          </a:p>
        </p:txBody>
      </p:sp>
      <p:sp>
        <p:nvSpPr>
          <p:cNvPr id="38" name="text 30: 34 n=36"/>
          <p:cNvSpPr txBox="1"/>
          <p:nvPr/>
        </p:nvSpPr>
        <p:spPr>
          <a:xfrm>
            <a:off x="3638550" y="8501964"/>
            <a:ext cx="1039311" cy="38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9"/>
              </a:lnSpc>
            </a:pPr>
            <a:r>
              <a:rPr sz="2100" b="1">
                <a:solidFill>
                  <a:srgbClr val="1E2230"/>
                </a:solidFill>
                <a:latin typeface="Noto Sans TC"/>
                <a:ea typeface="Noto Sans TC"/>
                <a:cs typeface="Noto Sans TC"/>
              </a:rPr>
              <a:t>34</a:t>
            </a: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 </a:t>
            </a: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n=36</a:t>
            </a:r>
          </a:p>
        </p:txBody>
      </p:sp>
      <p:sp>
        <p:nvSpPr>
          <p:cNvPr id="39" name="text 31: US$0.0780"/>
          <p:cNvSpPr txBox="1"/>
          <p:nvPr/>
        </p:nvSpPr>
        <p:spPr>
          <a:xfrm>
            <a:off x="5257800" y="8364893"/>
            <a:ext cx="1502015" cy="38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9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US$0.0780</a:t>
            </a:r>
          </a:p>
        </p:txBody>
      </p:sp>
      <p:sp>
        <p:nvSpPr>
          <p:cNvPr id="40" name="text 32: 約 7.8 美分"/>
          <p:cNvSpPr txBox="1"/>
          <p:nvPr/>
        </p:nvSpPr>
        <p:spPr>
          <a:xfrm>
            <a:off x="5257800" y="8710032"/>
            <a:ext cx="1260646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約 7.8 美分</a:t>
            </a:r>
          </a:p>
        </p:txBody>
      </p:sp>
      <p:sp>
        <p:nvSpPr>
          <p:cNvPr id="41" name="text 33: 8.6 秒"/>
          <p:cNvSpPr txBox="1"/>
          <p:nvPr/>
        </p:nvSpPr>
        <p:spPr>
          <a:xfrm>
            <a:off x="7543800" y="8501964"/>
            <a:ext cx="829178" cy="384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9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8.6 秒</a:t>
            </a:r>
          </a:p>
        </p:txBody>
      </p:sp>
      <p:sp>
        <p:nvSpPr>
          <p:cNvPr id="42" name="text 34: 第二台電腦重跑：Haiku medium 34、"/>
          <p:cNvSpPr txBox="1"/>
          <p:nvPr/>
        </p:nvSpPr>
        <p:spPr>
          <a:xfrm>
            <a:off x="685800" y="9290964"/>
            <a:ext cx="8174697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第二台電腦重跑：Haiku medium 34、high 32（各 36 題）——兩檔差不多</a:t>
            </a:r>
          </a:p>
        </p:txBody>
      </p:sp>
      <p:sp>
        <p:nvSpPr>
          <p:cNvPr id="43" name="text 35: 做對題數接近，每題成本差十幾倍"/>
          <p:cNvSpPr txBox="1"/>
          <p:nvPr/>
        </p:nvSpPr>
        <p:spPr>
          <a:xfrm>
            <a:off x="2928938" y="11275042"/>
            <a:ext cx="4771072" cy="4219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2"/>
              </a:lnSpc>
            </a:pPr>
            <a:r>
              <a:rPr sz="2325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做對題數接近，每題成本差十幾倍</a:t>
            </a:r>
          </a:p>
        </p:txBody>
      </p:sp>
      <p:sp>
        <p:nvSpPr>
          <p:cNvPr id="44" name="text 36: 巴哲 BaChe"/>
          <p:cNvSpPr txBox="1"/>
          <p:nvPr/>
        </p:nvSpPr>
        <p:spPr>
          <a:xfrm>
            <a:off x="4431305" y="12042962"/>
            <a:ext cx="1424241" cy="271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36"/>
              </a:lnSpc>
            </a:pPr>
            <a:r>
              <a:rPr sz="1800" b="0" spc="72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巴哲 BaChe</a:t>
            </a:r>
          </a:p>
        </p:txBody>
      </p:sp>
    </p:spTree>
  </p:cSld>
  <p:clrMapOvr>
    <a:masterClrMapping/>
  </p:clrMapOvr>
  <p:transition spd="med" advTm="47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6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2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80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 (paper)" descr="base-01.png"/>
          <p:cNvPicPr>
            <a:picLocks noChangeAspect="1" noMove="1" noResize="1" noRot="1" noGrp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drawing 1" descr="c05-svg1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0150" y="6080760"/>
            <a:ext cx="2305050" cy="1162050"/>
          </a:xfrm>
          <a:prstGeom prst="rect">
            <a:avLst/>
          </a:prstGeom>
        </p:spPr>
      </p:pic>
      <p:pic>
        <p:nvPicPr>
          <p:cNvPr id="4" name="drawing 2" descr="c05-svg2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4910" y="6050132"/>
            <a:ext cx="2341245" cy="144928"/>
          </a:xfrm>
          <a:prstGeom prst="rect">
            <a:avLst/>
          </a:prstGeom>
        </p:spPr>
      </p:pic>
      <p:pic>
        <p:nvPicPr>
          <p:cNvPr id="5" name="drawing 3" descr="c05-svg3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4435" y="6084570"/>
            <a:ext cx="121920" cy="1154430"/>
          </a:xfrm>
          <a:prstGeom prst="rect">
            <a:avLst/>
          </a:prstGeom>
        </p:spPr>
      </p:pic>
      <p:pic>
        <p:nvPicPr>
          <p:cNvPr id="6" name="drawing 4" descr="c05-svg4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1542" y="7124700"/>
            <a:ext cx="2881312" cy="149667"/>
          </a:xfrm>
          <a:prstGeom prst="rect">
            <a:avLst/>
          </a:prstGeom>
        </p:spPr>
      </p:pic>
      <p:pic>
        <p:nvPicPr>
          <p:cNvPr id="7" name="drawing 5" descr="c05-svg5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0900" y="5318760"/>
            <a:ext cx="2305050" cy="1924050"/>
          </a:xfrm>
          <a:prstGeom prst="rect">
            <a:avLst/>
          </a:prstGeom>
        </p:spPr>
      </p:pic>
      <p:pic>
        <p:nvPicPr>
          <p:cNvPr id="8" name="drawing 6" descr="c05-svg6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69945" y="5316855"/>
            <a:ext cx="2346007" cy="130559"/>
          </a:xfrm>
          <a:prstGeom prst="rect">
            <a:avLst/>
          </a:prstGeom>
        </p:spPr>
      </p:pic>
      <p:pic>
        <p:nvPicPr>
          <p:cNvPr id="9" name="drawing 7" descr="c05-svg7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89947" y="5320665"/>
            <a:ext cx="135255" cy="1921193"/>
          </a:xfrm>
          <a:prstGeom prst="rect">
            <a:avLst/>
          </a:prstGeom>
        </p:spPr>
      </p:pic>
      <p:pic>
        <p:nvPicPr>
          <p:cNvPr id="10" name="drawing 8" descr="c05-svg5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81650" y="5318760"/>
            <a:ext cx="2305050" cy="1924050"/>
          </a:xfrm>
          <a:prstGeom prst="rect">
            <a:avLst/>
          </a:prstGeom>
        </p:spPr>
      </p:pic>
      <p:pic>
        <p:nvPicPr>
          <p:cNvPr id="11" name="drawing 9" descr="c05-svg9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64505" y="5316855"/>
            <a:ext cx="2340293" cy="147638"/>
          </a:xfrm>
          <a:prstGeom prst="rect">
            <a:avLst/>
          </a:prstGeom>
        </p:spPr>
      </p:pic>
      <p:pic>
        <p:nvPicPr>
          <p:cNvPr id="12" name="drawing 10" descr="c05-svg10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583555" y="5316855"/>
            <a:ext cx="141036" cy="1923097"/>
          </a:xfrm>
          <a:prstGeom prst="rect">
            <a:avLst/>
          </a:prstGeom>
        </p:spPr>
      </p:pic>
      <p:pic>
        <p:nvPicPr>
          <p:cNvPr id="13" name="drawing 11" descr="c05-svg11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769543" y="5321618"/>
            <a:ext cx="142920" cy="1925002"/>
          </a:xfrm>
          <a:prstGeom prst="rect">
            <a:avLst/>
          </a:prstGeom>
        </p:spPr>
      </p:pic>
      <p:pic>
        <p:nvPicPr>
          <p:cNvPr id="14" name="drawing 12" descr="c05-svg12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807643" y="8899207"/>
            <a:ext cx="1303972" cy="542925"/>
          </a:xfrm>
          <a:prstGeom prst="rect">
            <a:avLst/>
          </a:prstGeom>
        </p:spPr>
      </p:pic>
      <p:pic>
        <p:nvPicPr>
          <p:cNvPr id="15" name="drawing 13" descr="c05-svg13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440371" y="11072046"/>
            <a:ext cx="5413396" cy="772323"/>
          </a:xfrm>
          <a:prstGeom prst="rect">
            <a:avLst/>
          </a:prstGeom>
        </p:spPr>
      </p:pic>
      <p:pic>
        <p:nvPicPr>
          <p:cNvPr id="16" name="drawing 14" descr="c05-svg14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26933" y="8571548"/>
            <a:ext cx="2566988" cy="365760"/>
          </a:xfrm>
          <a:prstGeom prst="rect">
            <a:avLst/>
          </a:prstGeom>
        </p:spPr>
      </p:pic>
      <p:pic>
        <p:nvPicPr>
          <p:cNvPr id="17" name="drawing 15" descr="c05-svg15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925955" y="9578340"/>
            <a:ext cx="3148012" cy="355283"/>
          </a:xfrm>
          <a:prstGeom prst="rect">
            <a:avLst/>
          </a:prstGeom>
        </p:spPr>
      </p:pic>
      <p:pic>
        <p:nvPicPr>
          <p:cNvPr id="18" name="drawing 16" descr="c05-svg16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163627" y="9585007"/>
            <a:ext cx="2381250" cy="345757"/>
          </a:xfrm>
          <a:prstGeom prst="rect">
            <a:avLst/>
          </a:prstGeom>
        </p:spPr>
      </p:pic>
      <p:pic>
        <p:nvPicPr>
          <p:cNvPr id="19" name="drawing 17" descr="c05-svg17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760326" y="5194935"/>
            <a:ext cx="400050" cy="416906"/>
          </a:xfrm>
          <a:prstGeom prst="rect">
            <a:avLst/>
          </a:prstGeom>
        </p:spPr>
      </p:pic>
      <p:pic>
        <p:nvPicPr>
          <p:cNvPr id="20" name="drawing 18" descr="c05-svg18.png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739451" y="5193982"/>
            <a:ext cx="367649" cy="422129"/>
          </a:xfrm>
          <a:prstGeom prst="rect">
            <a:avLst/>
          </a:prstGeom>
        </p:spPr>
      </p:pic>
      <p:pic>
        <p:nvPicPr>
          <p:cNvPr id="21" name="drawing 19" descr="c05-svg19.png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914539" y="4354723"/>
            <a:ext cx="459420" cy="479229"/>
          </a:xfrm>
          <a:prstGeom prst="rect">
            <a:avLst/>
          </a:prstGeom>
        </p:spPr>
      </p:pic>
      <p:pic>
        <p:nvPicPr>
          <p:cNvPr id="22" name="drawing 20" descr="c05-svg20.png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893528" y="4353878"/>
            <a:ext cx="437695" cy="475188"/>
          </a:xfrm>
          <a:prstGeom prst="rect">
            <a:avLst/>
          </a:prstGeom>
        </p:spPr>
      </p:pic>
      <p:pic>
        <p:nvPicPr>
          <p:cNvPr id="23" name="drawing 21" descr="c05-svg21.png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5908721" y="4158615"/>
            <a:ext cx="611990" cy="616030"/>
          </a:xfrm>
          <a:prstGeom prst="rect">
            <a:avLst/>
          </a:prstGeom>
        </p:spPr>
      </p:pic>
      <p:pic>
        <p:nvPicPr>
          <p:cNvPr id="24" name="drawing 22" descr="c05-svg22.png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7010045" y="4151947"/>
            <a:ext cx="585118" cy="628636"/>
          </a:xfrm>
          <a:prstGeom prst="rect">
            <a:avLst/>
          </a:prstGeom>
        </p:spPr>
      </p:pic>
      <p:pic>
        <p:nvPicPr>
          <p:cNvPr id="25" name="drawing 23" descr="c05-svg23.png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09600" y="2874172"/>
            <a:ext cx="4743450" cy="207256"/>
          </a:xfrm>
          <a:prstGeom prst="rect">
            <a:avLst/>
          </a:prstGeom>
        </p:spPr>
      </p:pic>
      <p:sp>
        <p:nvSpPr>
          <p:cNvPr id="26" name="text 1: EFFORT"/>
          <p:cNvSpPr txBox="1"/>
          <p:nvPr/>
        </p:nvSpPr>
        <p:spPr>
          <a:xfrm>
            <a:off x="685800" y="634276"/>
            <a:ext cx="1232407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156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EFFORT</a:t>
            </a:r>
          </a:p>
        </p:txBody>
      </p:sp>
      <p:sp>
        <p:nvSpPr>
          <p:cNvPr id="27" name="text 2: 05 / 10"/>
          <p:cNvSpPr txBox="1"/>
          <p:nvPr/>
        </p:nvSpPr>
        <p:spPr>
          <a:xfrm>
            <a:off x="8759130" y="634276"/>
            <a:ext cx="968794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78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05 / 10</a:t>
            </a:r>
          </a:p>
        </p:txBody>
      </p:sp>
      <p:sp>
        <p:nvSpPr>
          <p:cNvPr id="28" name="text 3: effort 開越高，"/>
          <p:cNvSpPr txBox="1"/>
          <p:nvPr/>
        </p:nvSpPr>
        <p:spPr>
          <a:xfrm>
            <a:off x="685800" y="1166054"/>
            <a:ext cx="5928226" cy="19276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439"/>
              </a:lnSpc>
            </a:pPr>
            <a:r>
              <a:rPr sz="6000" b="0" spc="6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effort 開越高，</a:t>
            </a:r>
            <a:br/>
            <a:r>
              <a:rPr sz="6000" b="0" spc="60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不一定越划算</a:t>
            </a:r>
          </a:p>
        </p:txBody>
      </p:sp>
      <p:sp>
        <p:nvSpPr>
          <p:cNvPr id="29" name="text 4: 0.43 美分"/>
          <p:cNvSpPr txBox="1"/>
          <p:nvPr/>
        </p:nvSpPr>
        <p:spPr>
          <a:xfrm>
            <a:off x="1478607" y="5683370"/>
            <a:ext cx="1101941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0.43 美分</a:t>
            </a:r>
          </a:p>
        </p:txBody>
      </p:sp>
      <p:sp>
        <p:nvSpPr>
          <p:cNvPr id="30" name="text 5: 7.5 秒"/>
          <p:cNvSpPr txBox="1"/>
          <p:nvPr/>
        </p:nvSpPr>
        <p:spPr>
          <a:xfrm>
            <a:off x="2617738" y="5683370"/>
            <a:ext cx="721587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7.5 秒</a:t>
            </a:r>
          </a:p>
        </p:txBody>
      </p:sp>
      <p:sp>
        <p:nvSpPr>
          <p:cNvPr id="31" name="text 6: medium"/>
          <p:cNvSpPr txBox="1"/>
          <p:nvPr/>
        </p:nvSpPr>
        <p:spPr>
          <a:xfrm>
            <a:off x="1806625" y="6340616"/>
            <a:ext cx="1233669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1E2230"/>
                </a:solidFill>
                <a:latin typeface="Noto Sans TC"/>
                <a:ea typeface="Noto Sans TC"/>
                <a:cs typeface="Noto Sans TC"/>
              </a:rPr>
              <a:t>medium</a:t>
            </a:r>
          </a:p>
        </p:txBody>
      </p:sp>
      <p:sp>
        <p:nvSpPr>
          <p:cNvPr id="32" name="text 7: 對 32"/>
          <p:cNvSpPr txBox="1"/>
          <p:nvPr/>
        </p:nvSpPr>
        <p:spPr>
          <a:xfrm>
            <a:off x="2037159" y="6721616"/>
            <a:ext cx="744935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對 32</a:t>
            </a:r>
          </a:p>
        </p:txBody>
      </p:sp>
      <p:sp>
        <p:nvSpPr>
          <p:cNvPr id="33" name="text 8: 0.50 美分"/>
          <p:cNvSpPr txBox="1"/>
          <p:nvPr/>
        </p:nvSpPr>
        <p:spPr>
          <a:xfrm>
            <a:off x="3659535" y="4921370"/>
            <a:ext cx="1101941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0.50 美分</a:t>
            </a:r>
          </a:p>
        </p:txBody>
      </p:sp>
      <p:sp>
        <p:nvSpPr>
          <p:cNvPr id="34" name="text 9: 9.0 秒"/>
          <p:cNvSpPr txBox="1"/>
          <p:nvPr/>
        </p:nvSpPr>
        <p:spPr>
          <a:xfrm>
            <a:off x="4808488" y="4921370"/>
            <a:ext cx="721587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9.0 秒</a:t>
            </a:r>
          </a:p>
        </p:txBody>
      </p:sp>
      <p:sp>
        <p:nvSpPr>
          <p:cNvPr id="35" name="text 10: high"/>
          <p:cNvSpPr txBox="1"/>
          <p:nvPr/>
        </p:nvSpPr>
        <p:spPr>
          <a:xfrm>
            <a:off x="4252466" y="5578616"/>
            <a:ext cx="692875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1E2230"/>
                </a:solidFill>
                <a:latin typeface="Noto Sans TC"/>
                <a:ea typeface="Noto Sans TC"/>
                <a:cs typeface="Noto Sans TC"/>
              </a:rPr>
              <a:t>high</a:t>
            </a:r>
          </a:p>
        </p:txBody>
      </p:sp>
      <p:sp>
        <p:nvSpPr>
          <p:cNvPr id="36" name="text 11: 對 35"/>
          <p:cNvSpPr txBox="1"/>
          <p:nvPr/>
        </p:nvSpPr>
        <p:spPr>
          <a:xfrm>
            <a:off x="4227909" y="5959616"/>
            <a:ext cx="744935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對 35</a:t>
            </a:r>
          </a:p>
        </p:txBody>
      </p:sp>
      <p:sp>
        <p:nvSpPr>
          <p:cNvPr id="37" name="text 12: 0.75 美分"/>
          <p:cNvSpPr txBox="1"/>
          <p:nvPr/>
        </p:nvSpPr>
        <p:spPr>
          <a:xfrm>
            <a:off x="5726460" y="4921370"/>
            <a:ext cx="1101941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0.75 美分</a:t>
            </a:r>
          </a:p>
        </p:txBody>
      </p:sp>
      <p:sp>
        <p:nvSpPr>
          <p:cNvPr id="38" name="text 13: 14.9 秒"/>
          <p:cNvSpPr txBox="1"/>
          <p:nvPr/>
        </p:nvSpPr>
        <p:spPr>
          <a:xfrm>
            <a:off x="6934200" y="4921370"/>
            <a:ext cx="859625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14.9 秒</a:t>
            </a:r>
          </a:p>
        </p:txBody>
      </p:sp>
      <p:sp>
        <p:nvSpPr>
          <p:cNvPr id="39" name="text 14: xhigh"/>
          <p:cNvSpPr txBox="1"/>
          <p:nvPr/>
        </p:nvSpPr>
        <p:spPr>
          <a:xfrm>
            <a:off x="6368355" y="5578616"/>
            <a:ext cx="851737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1E2230"/>
                </a:solidFill>
                <a:latin typeface="Noto Sans TC"/>
                <a:ea typeface="Noto Sans TC"/>
                <a:cs typeface="Noto Sans TC"/>
              </a:rPr>
              <a:t>xhigh</a:t>
            </a:r>
          </a:p>
        </p:txBody>
      </p:sp>
      <p:sp>
        <p:nvSpPr>
          <p:cNvPr id="40" name="text 15: 對 35"/>
          <p:cNvSpPr txBox="1"/>
          <p:nvPr/>
        </p:nvSpPr>
        <p:spPr>
          <a:xfrm>
            <a:off x="6418659" y="5959616"/>
            <a:ext cx="744935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對 35</a:t>
            </a:r>
          </a:p>
        </p:txBody>
      </p:sp>
      <p:sp>
        <p:nvSpPr>
          <p:cNvPr id="41" name="text 16: xhigh 和 high 一樣 36 題對 35"/>
          <p:cNvSpPr txBox="1"/>
          <p:nvPr/>
        </p:nvSpPr>
        <p:spPr>
          <a:xfrm>
            <a:off x="685800" y="7468303"/>
            <a:ext cx="7585945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xhigh 和 high 一樣 36 題對 35，成本卻多 50%、時間 1.7 倍</a:t>
            </a:r>
          </a:p>
        </p:txBody>
      </p:sp>
      <p:sp>
        <p:nvSpPr>
          <p:cNvPr id="42" name="text 17: 第二台電腦重跑，high 沒有穩定比 mediu"/>
          <p:cNvSpPr txBox="1"/>
          <p:nvPr/>
        </p:nvSpPr>
        <p:spPr>
          <a:xfrm>
            <a:off x="685800" y="7988308"/>
            <a:ext cx="5948892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第二台電腦重跑，high 沒有穩定比 medium 好</a:t>
            </a:r>
          </a:p>
        </p:txBody>
      </p:sp>
      <p:sp>
        <p:nvSpPr>
          <p:cNvPr id="43" name="text 18: 官方也建議：先從 medium 開始，自己測出進"/>
          <p:cNvSpPr txBox="1"/>
          <p:nvPr/>
        </p:nvSpPr>
        <p:spPr>
          <a:xfrm>
            <a:off x="685800" y="8508314"/>
            <a:ext cx="8199308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官方也建議：先從 medium 開始，自己測出進步才開 xhigh/max</a:t>
            </a:r>
          </a:p>
        </p:txBody>
      </p:sp>
      <p:sp>
        <p:nvSpPr>
          <p:cNvPr id="44" name="text 19: 個人經驗"/>
          <p:cNvSpPr txBox="1"/>
          <p:nvPr/>
        </p:nvSpPr>
        <p:spPr>
          <a:xfrm>
            <a:off x="8020050" y="9036686"/>
            <a:ext cx="964692" cy="3000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62"/>
              </a:lnSpc>
            </a:pPr>
            <a:r>
              <a:rPr sz="1650" b="0">
                <a:solidFill>
                  <a:srgbClr val="C00000"/>
                </a:solidFill>
                <a:latin typeface="Noto Sans TC Medium"/>
                <a:ea typeface="Noto Sans TC Medium"/>
                <a:cs typeface="Noto Sans TC Medium"/>
              </a:rPr>
              <a:t>個人經驗</a:t>
            </a:r>
          </a:p>
        </p:txBody>
      </p:sp>
      <p:sp>
        <p:nvSpPr>
          <p:cNvPr id="45" name="text 20: 我測下來，medium 是 CP 值甜蜜點；開 "/>
          <p:cNvSpPr txBox="1"/>
          <p:nvPr/>
        </p:nvSpPr>
        <p:spPr>
          <a:xfrm>
            <a:off x="685800" y="9504569"/>
            <a:ext cx="8286863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我測下來，medium 是 CP 值甜蜜點；開 xhigh 能更安心，就用吧</a:t>
            </a:r>
          </a:p>
        </p:txBody>
      </p:sp>
      <p:sp>
        <p:nvSpPr>
          <p:cNvPr id="46" name="text 21: 開到 xhigh，買的是安心不是分數"/>
          <p:cNvSpPr txBox="1"/>
          <p:nvPr/>
        </p:nvSpPr>
        <p:spPr>
          <a:xfrm>
            <a:off x="2933254" y="11275042"/>
            <a:ext cx="4761765" cy="4219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2"/>
              </a:lnSpc>
            </a:pPr>
            <a:r>
              <a:rPr sz="2325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開到 xhigh，買的是安心不是分數</a:t>
            </a:r>
          </a:p>
        </p:txBody>
      </p:sp>
      <p:sp>
        <p:nvSpPr>
          <p:cNvPr id="47" name="text 22: 巴哲 BaChe"/>
          <p:cNvSpPr txBox="1"/>
          <p:nvPr/>
        </p:nvSpPr>
        <p:spPr>
          <a:xfrm>
            <a:off x="4431305" y="12042962"/>
            <a:ext cx="1424241" cy="271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36"/>
              </a:lnSpc>
            </a:pPr>
            <a:r>
              <a:rPr sz="1800" b="0" spc="72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巴哲 BaChe</a:t>
            </a:r>
          </a:p>
        </p:txBody>
      </p:sp>
    </p:spTree>
  </p:cSld>
  <p:clrMapOvr>
    <a:masterClrMapping/>
  </p:clrMapOvr>
  <p:transition spd="med" advTm="5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2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8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400"/>
                            </p:stCondLst>
                            <p:childTnLst>
                              <p:par>
                                <p:cTn id="1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 (paper)" descr="base-01.png"/>
          <p:cNvPicPr>
            <a:picLocks noChangeAspect="1" noMove="1" noResize="1" noRot="1" noGrp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drawing 1" descr="c06-svg1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369" y="9542917"/>
            <a:ext cx="802965" cy="411043"/>
          </a:xfrm>
          <a:prstGeom prst="rect">
            <a:avLst/>
          </a:prstGeom>
        </p:spPr>
      </p:pic>
      <p:pic>
        <p:nvPicPr>
          <p:cNvPr id="4" name="drawing 2" descr="c06-svg2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73340" y="8254365"/>
            <a:ext cx="812835" cy="1699595"/>
          </a:xfrm>
          <a:prstGeom prst="rect">
            <a:avLst/>
          </a:prstGeom>
        </p:spPr>
      </p:pic>
      <p:pic>
        <p:nvPicPr>
          <p:cNvPr id="5" name="drawing 3" descr="c06-svg3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32567" y="3666902"/>
            <a:ext cx="890905" cy="855033"/>
          </a:xfrm>
          <a:prstGeom prst="rect">
            <a:avLst/>
          </a:prstGeom>
        </p:spPr>
      </p:pic>
      <p:pic>
        <p:nvPicPr>
          <p:cNvPr id="6" name="drawing 4" descr="c06-svg4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31304" y="3651911"/>
            <a:ext cx="850031" cy="887640"/>
          </a:xfrm>
          <a:prstGeom prst="rect">
            <a:avLst/>
          </a:prstGeom>
        </p:spPr>
      </p:pic>
      <p:pic>
        <p:nvPicPr>
          <p:cNvPr id="7" name="drawing 5" descr="c06-svg5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97366" y="3666391"/>
            <a:ext cx="889667" cy="857449"/>
          </a:xfrm>
          <a:prstGeom prst="rect">
            <a:avLst/>
          </a:prstGeom>
        </p:spPr>
      </p:pic>
      <p:pic>
        <p:nvPicPr>
          <p:cNvPr id="8" name="drawing 6" descr="c06-svg6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49923" y="5138134"/>
            <a:ext cx="857445" cy="883856"/>
          </a:xfrm>
          <a:prstGeom prst="rect">
            <a:avLst/>
          </a:prstGeom>
        </p:spPr>
      </p:pic>
      <p:pic>
        <p:nvPicPr>
          <p:cNvPr id="9" name="drawing 7" descr="c06-svg7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19525" y="5143068"/>
            <a:ext cx="866172" cy="873798"/>
          </a:xfrm>
          <a:prstGeom prst="rect">
            <a:avLst/>
          </a:prstGeom>
        </p:spPr>
      </p:pic>
      <p:pic>
        <p:nvPicPr>
          <p:cNvPr id="10" name="drawing 8" descr="c06-svg8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10771" y="5137950"/>
            <a:ext cx="861858" cy="884990"/>
          </a:xfrm>
          <a:prstGeom prst="rect">
            <a:avLst/>
          </a:prstGeom>
        </p:spPr>
      </p:pic>
      <p:pic>
        <p:nvPicPr>
          <p:cNvPr id="11" name="drawing 9" descr="c06-svg9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29822" y="11071860"/>
            <a:ext cx="5439045" cy="771365"/>
          </a:xfrm>
          <a:prstGeom prst="rect">
            <a:avLst/>
          </a:prstGeom>
        </p:spPr>
      </p:pic>
      <p:pic>
        <p:nvPicPr>
          <p:cNvPr id="12" name="drawing 10" descr="c06-svg10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413635" y="7089457"/>
            <a:ext cx="2423160" cy="352425"/>
          </a:xfrm>
          <a:prstGeom prst="rect">
            <a:avLst/>
          </a:prstGeom>
        </p:spPr>
      </p:pic>
      <p:pic>
        <p:nvPicPr>
          <p:cNvPr id="13" name="drawing 11" descr="c06-svg11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821180" y="4595812"/>
            <a:ext cx="332423" cy="297331"/>
          </a:xfrm>
          <a:prstGeom prst="rect">
            <a:avLst/>
          </a:prstGeom>
        </p:spPr>
      </p:pic>
      <p:pic>
        <p:nvPicPr>
          <p:cNvPr id="14" name="drawing 12" descr="c06-svg12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454843" y="4609147"/>
            <a:ext cx="339090" cy="300160"/>
          </a:xfrm>
          <a:prstGeom prst="rect">
            <a:avLst/>
          </a:prstGeom>
        </p:spPr>
      </p:pic>
      <p:pic>
        <p:nvPicPr>
          <p:cNvPr id="15" name="drawing 13" descr="c06-svg13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68440" y="4600575"/>
            <a:ext cx="348615" cy="304245"/>
          </a:xfrm>
          <a:prstGeom prst="rect">
            <a:avLst/>
          </a:prstGeom>
        </p:spPr>
      </p:pic>
      <p:pic>
        <p:nvPicPr>
          <p:cNvPr id="16" name="drawing 14" descr="c06-svg14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938338" y="6097905"/>
            <a:ext cx="351472" cy="290470"/>
          </a:xfrm>
          <a:prstGeom prst="rect">
            <a:avLst/>
          </a:prstGeom>
        </p:spPr>
      </p:pic>
      <p:pic>
        <p:nvPicPr>
          <p:cNvPr id="17" name="drawing 15" descr="c06-svg15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333875" y="6096952"/>
            <a:ext cx="337185" cy="302887"/>
          </a:xfrm>
          <a:prstGeom prst="rect">
            <a:avLst/>
          </a:prstGeom>
        </p:spPr>
      </p:pic>
      <p:pic>
        <p:nvPicPr>
          <p:cNvPr id="18" name="drawing 16" descr="c06-svg16.png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106602" y="6085523"/>
            <a:ext cx="344805" cy="312394"/>
          </a:xfrm>
          <a:prstGeom prst="rect">
            <a:avLst/>
          </a:prstGeom>
        </p:spPr>
      </p:pic>
      <p:pic>
        <p:nvPicPr>
          <p:cNvPr id="19" name="drawing 17" descr="c06-svg17.png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693545" y="3856672"/>
            <a:ext cx="368617" cy="468630"/>
          </a:xfrm>
          <a:prstGeom prst="rect">
            <a:avLst/>
          </a:prstGeom>
        </p:spPr>
      </p:pic>
      <p:pic>
        <p:nvPicPr>
          <p:cNvPr id="20" name="drawing 18" descr="c06-svg18.png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019550" y="3888105"/>
            <a:ext cx="483870" cy="408622"/>
          </a:xfrm>
          <a:prstGeom prst="rect">
            <a:avLst/>
          </a:prstGeom>
        </p:spPr>
      </p:pic>
      <p:pic>
        <p:nvPicPr>
          <p:cNvPr id="21" name="drawing 19" descr="c06-svg19.png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387465" y="3884295"/>
            <a:ext cx="502920" cy="450533"/>
          </a:xfrm>
          <a:prstGeom prst="rect">
            <a:avLst/>
          </a:prstGeom>
        </p:spPr>
      </p:pic>
      <p:pic>
        <p:nvPicPr>
          <p:cNvPr id="22" name="drawing 20" descr="c06-svg20.png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638300" y="5385435"/>
            <a:ext cx="476250" cy="395288"/>
          </a:xfrm>
          <a:prstGeom prst="rect">
            <a:avLst/>
          </a:prstGeom>
        </p:spPr>
      </p:pic>
      <p:pic>
        <p:nvPicPr>
          <p:cNvPr id="23" name="drawing 21" descr="c06-svg21.png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4026218" y="5362575"/>
            <a:ext cx="457200" cy="429577"/>
          </a:xfrm>
          <a:prstGeom prst="rect">
            <a:avLst/>
          </a:prstGeom>
        </p:spPr>
      </p:pic>
      <p:pic>
        <p:nvPicPr>
          <p:cNvPr id="24" name="drawing 22" descr="c06-svg22.png"/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6415088" y="5358765"/>
            <a:ext cx="442912" cy="448628"/>
          </a:xfrm>
          <a:prstGeom prst="rect">
            <a:avLst/>
          </a:prstGeom>
        </p:spPr>
      </p:pic>
      <p:pic>
        <p:nvPicPr>
          <p:cNvPr id="25" name="drawing 23" descr="c06-svg23.png"/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2330767" y="2874932"/>
            <a:ext cx="4143375" cy="204239"/>
          </a:xfrm>
          <a:prstGeom prst="rect">
            <a:avLst/>
          </a:prstGeom>
        </p:spPr>
      </p:pic>
      <p:sp>
        <p:nvSpPr>
          <p:cNvPr id="26" name="text 1: GOOD ENOUGH"/>
          <p:cNvSpPr txBox="1"/>
          <p:nvPr/>
        </p:nvSpPr>
        <p:spPr>
          <a:xfrm>
            <a:off x="685800" y="634276"/>
            <a:ext cx="2331979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156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GOOD ENOUGH</a:t>
            </a:r>
          </a:p>
        </p:txBody>
      </p:sp>
      <p:sp>
        <p:nvSpPr>
          <p:cNvPr id="27" name="text 2: 06 / 10"/>
          <p:cNvSpPr txBox="1"/>
          <p:nvPr/>
        </p:nvSpPr>
        <p:spPr>
          <a:xfrm>
            <a:off x="8759130" y="634276"/>
            <a:ext cx="968794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78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06 / 10</a:t>
            </a:r>
          </a:p>
        </p:txBody>
      </p:sp>
      <p:sp>
        <p:nvSpPr>
          <p:cNvPr id="28" name="text 3: 這些工作，"/>
          <p:cNvSpPr txBox="1"/>
          <p:nvPr/>
        </p:nvSpPr>
        <p:spPr>
          <a:xfrm>
            <a:off x="685800" y="1166054"/>
            <a:ext cx="6156975" cy="19276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439"/>
              </a:lnSpc>
            </a:pPr>
            <a:r>
              <a:rPr sz="6000" b="0" spc="6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這些工作，</a:t>
            </a:r>
            <a:br/>
            <a:r>
              <a:rPr sz="6000" b="0" spc="6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交給 </a:t>
            </a:r>
            <a:r>
              <a:rPr sz="6000" b="0" spc="60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Haiku 就夠</a:t>
            </a:r>
          </a:p>
        </p:txBody>
      </p:sp>
      <p:sp>
        <p:nvSpPr>
          <p:cNvPr id="29" name="text 4: 摘要"/>
          <p:cNvSpPr txBox="1"/>
          <p:nvPr/>
        </p:nvSpPr>
        <p:spPr>
          <a:xfrm>
            <a:off x="1185934" y="4565112"/>
            <a:ext cx="641604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摘要</a:t>
            </a:r>
          </a:p>
        </p:txBody>
      </p:sp>
      <p:sp>
        <p:nvSpPr>
          <p:cNvPr id="30" name="text 5: 3/3"/>
          <p:cNvSpPr txBox="1"/>
          <p:nvPr/>
        </p:nvSpPr>
        <p:spPr>
          <a:xfrm>
            <a:off x="2105589" y="4669570"/>
            <a:ext cx="455923" cy="271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36"/>
              </a:lnSpc>
            </a:pPr>
            <a:r>
              <a:rPr sz="1800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3/3</a:t>
            </a:r>
          </a:p>
        </p:txBody>
      </p:sp>
      <p:sp>
        <p:nvSpPr>
          <p:cNvPr id="31" name="text 6: 擷取資料"/>
          <p:cNvSpPr txBox="1"/>
          <p:nvPr/>
        </p:nvSpPr>
        <p:spPr>
          <a:xfrm>
            <a:off x="3284482" y="4565112"/>
            <a:ext cx="1207008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擷取資料</a:t>
            </a:r>
          </a:p>
        </p:txBody>
      </p:sp>
      <p:sp>
        <p:nvSpPr>
          <p:cNvPr id="32" name="text 7: 3/3"/>
          <p:cNvSpPr txBox="1"/>
          <p:nvPr/>
        </p:nvSpPr>
        <p:spPr>
          <a:xfrm>
            <a:off x="4753539" y="4669570"/>
            <a:ext cx="455923" cy="271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36"/>
              </a:lnSpc>
            </a:pPr>
            <a:r>
              <a:rPr sz="1800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3/3</a:t>
            </a:r>
          </a:p>
        </p:txBody>
      </p:sp>
      <p:sp>
        <p:nvSpPr>
          <p:cNvPr id="33" name="text 8: 翻譯"/>
          <p:cNvSpPr txBox="1"/>
          <p:nvPr/>
        </p:nvSpPr>
        <p:spPr>
          <a:xfrm>
            <a:off x="5948434" y="4565112"/>
            <a:ext cx="641604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翻譯</a:t>
            </a:r>
          </a:p>
        </p:txBody>
      </p:sp>
      <p:sp>
        <p:nvSpPr>
          <p:cNvPr id="34" name="text 9: 3/3"/>
          <p:cNvSpPr txBox="1"/>
          <p:nvPr/>
        </p:nvSpPr>
        <p:spPr>
          <a:xfrm>
            <a:off x="6868089" y="4669570"/>
            <a:ext cx="455923" cy="271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36"/>
              </a:lnSpc>
            </a:pPr>
            <a:r>
              <a:rPr sz="1800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3/3</a:t>
            </a:r>
          </a:p>
        </p:txBody>
      </p:sp>
      <p:sp>
        <p:nvSpPr>
          <p:cNvPr id="35" name="text 10: 寫腳本"/>
          <p:cNvSpPr txBox="1"/>
          <p:nvPr/>
        </p:nvSpPr>
        <p:spPr>
          <a:xfrm>
            <a:off x="1044583" y="6056668"/>
            <a:ext cx="924306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寫腳本</a:t>
            </a:r>
          </a:p>
        </p:txBody>
      </p:sp>
      <p:sp>
        <p:nvSpPr>
          <p:cNvPr id="36" name="text 11: 3/3"/>
          <p:cNvSpPr txBox="1"/>
          <p:nvPr/>
        </p:nvSpPr>
        <p:spPr>
          <a:xfrm>
            <a:off x="2238939" y="6161126"/>
            <a:ext cx="455923" cy="271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36"/>
              </a:lnSpc>
            </a:pPr>
            <a:r>
              <a:rPr sz="1800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3/3</a:t>
            </a:r>
          </a:p>
        </p:txBody>
      </p:sp>
      <p:sp>
        <p:nvSpPr>
          <p:cNvPr id="37" name="text 12: 隱藏測試會檢查"/>
          <p:cNvSpPr txBox="1"/>
          <p:nvPr/>
        </p:nvSpPr>
        <p:spPr>
          <a:xfrm>
            <a:off x="990219" y="6475731"/>
            <a:ext cx="1772412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隱藏測試會檢查</a:t>
            </a:r>
          </a:p>
        </p:txBody>
      </p:sp>
      <p:sp>
        <p:nvSpPr>
          <p:cNvPr id="38" name="text 13: 審程式"/>
          <p:cNvSpPr txBox="1"/>
          <p:nvPr/>
        </p:nvSpPr>
        <p:spPr>
          <a:xfrm>
            <a:off x="3425833" y="6056668"/>
            <a:ext cx="924306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審程式</a:t>
            </a:r>
          </a:p>
        </p:txBody>
      </p:sp>
      <p:sp>
        <p:nvSpPr>
          <p:cNvPr id="39" name="text 14: 3/3"/>
          <p:cNvSpPr txBox="1"/>
          <p:nvPr/>
        </p:nvSpPr>
        <p:spPr>
          <a:xfrm>
            <a:off x="4620189" y="6161126"/>
            <a:ext cx="455923" cy="271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36"/>
              </a:lnSpc>
            </a:pPr>
            <a:r>
              <a:rPr sz="1800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3/3</a:t>
            </a:r>
          </a:p>
        </p:txBody>
      </p:sp>
      <p:sp>
        <p:nvSpPr>
          <p:cNvPr id="40" name="text 15: 引文會被核對"/>
          <p:cNvSpPr txBox="1"/>
          <p:nvPr/>
        </p:nvSpPr>
        <p:spPr>
          <a:xfrm>
            <a:off x="3492627" y="6475731"/>
            <a:ext cx="1530096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引文會被核對</a:t>
            </a:r>
          </a:p>
        </p:txBody>
      </p:sp>
      <p:sp>
        <p:nvSpPr>
          <p:cNvPr id="41" name="text 16: 修到測試通過"/>
          <p:cNvSpPr txBox="1"/>
          <p:nvPr/>
        </p:nvSpPr>
        <p:spPr>
          <a:xfrm>
            <a:off x="5383030" y="6056668"/>
            <a:ext cx="1772412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修到測試通過</a:t>
            </a:r>
          </a:p>
        </p:txBody>
      </p:sp>
      <p:sp>
        <p:nvSpPr>
          <p:cNvPr id="42" name="text 17: 3/3"/>
          <p:cNvSpPr txBox="1"/>
          <p:nvPr/>
        </p:nvSpPr>
        <p:spPr>
          <a:xfrm>
            <a:off x="7401489" y="6161126"/>
            <a:ext cx="455923" cy="271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36"/>
              </a:lnSpc>
            </a:pPr>
            <a:r>
              <a:rPr sz="1800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3/3</a:t>
            </a:r>
          </a:p>
        </p:txBody>
      </p:sp>
      <p:sp>
        <p:nvSpPr>
          <p:cNvPr id="43" name="text 18: 這 6 類，Haiku 每個設定 3 次都對"/>
          <p:cNvSpPr txBox="1"/>
          <p:nvPr/>
        </p:nvSpPr>
        <p:spPr>
          <a:xfrm>
            <a:off x="685800" y="7022414"/>
            <a:ext cx="4329035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這 6 類，Haiku 每個設定 3 次都對</a:t>
            </a:r>
          </a:p>
        </p:txBody>
      </p:sp>
      <p:sp>
        <p:nvSpPr>
          <p:cNvPr id="44" name="text 19: 0.43 美分"/>
          <p:cNvSpPr txBox="1"/>
          <p:nvPr/>
        </p:nvSpPr>
        <p:spPr>
          <a:xfrm>
            <a:off x="1001316" y="9070252"/>
            <a:ext cx="1101941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2F5BD3"/>
                </a:solidFill>
                <a:latin typeface="Noto Sans TC Medium"/>
                <a:ea typeface="Noto Sans TC Medium"/>
                <a:cs typeface="Noto Sans TC Medium"/>
              </a:rPr>
              <a:t>0.43 美分</a:t>
            </a:r>
          </a:p>
        </p:txBody>
      </p:sp>
      <p:sp>
        <p:nvSpPr>
          <p:cNvPr id="45" name="text 20: Haiku medium"/>
          <p:cNvSpPr txBox="1"/>
          <p:nvPr/>
        </p:nvSpPr>
        <p:spPr>
          <a:xfrm>
            <a:off x="685800" y="9896992"/>
            <a:ext cx="1770834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Haiku medium</a:t>
            </a:r>
          </a:p>
        </p:txBody>
      </p:sp>
      <p:sp>
        <p:nvSpPr>
          <p:cNvPr id="46" name="text 21: 7.7 美分"/>
          <p:cNvSpPr txBox="1"/>
          <p:nvPr/>
        </p:nvSpPr>
        <p:spPr>
          <a:xfrm>
            <a:off x="2861072" y="7784377"/>
            <a:ext cx="963903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2F5BD3"/>
                </a:solidFill>
                <a:latin typeface="Noto Sans TC Medium"/>
                <a:ea typeface="Noto Sans TC Medium"/>
                <a:cs typeface="Noto Sans TC Medium"/>
              </a:rPr>
              <a:t>7.7 美分</a:t>
            </a:r>
          </a:p>
        </p:txBody>
      </p:sp>
      <p:sp>
        <p:nvSpPr>
          <p:cNvPr id="47" name="text 22: Sonnet low"/>
          <p:cNvSpPr txBox="1"/>
          <p:nvPr/>
        </p:nvSpPr>
        <p:spPr>
          <a:xfrm>
            <a:off x="2665512" y="9896992"/>
            <a:ext cx="1378648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Sonnet low</a:t>
            </a:r>
          </a:p>
        </p:txBody>
      </p:sp>
      <p:sp>
        <p:nvSpPr>
          <p:cNvPr id="48" name="text 23: 整體平均每題約差 18 倍，"/>
          <p:cNvSpPr txBox="1"/>
          <p:nvPr/>
        </p:nvSpPr>
        <p:spPr>
          <a:xfrm>
            <a:off x="4370487" y="8162633"/>
            <a:ext cx="3355512" cy="8114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4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整體平均每題約差 18 倍，</a:t>
            </a:r>
            <a:br/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Sonnet low 也沒有比較快</a:t>
            </a:r>
          </a:p>
        </p:txBody>
      </p:sp>
      <p:sp>
        <p:nvSpPr>
          <p:cNvPr id="49" name="text 24: 同時要守很多格式規則時，"/>
          <p:cNvSpPr txBox="1"/>
          <p:nvPr/>
        </p:nvSpPr>
        <p:spPr>
          <a:xfrm>
            <a:off x="4370487" y="9088344"/>
            <a:ext cx="3468624" cy="8114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4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同時要守很多格式規則時，</a:t>
            </a:r>
            <a:br/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Sonnet 反而做得比較差</a:t>
            </a:r>
          </a:p>
        </p:txBody>
      </p:sp>
      <p:sp>
        <p:nvSpPr>
          <p:cNvPr id="50" name="text 25: 清楚、可檢查的工作，Haiku 就夠"/>
          <p:cNvSpPr txBox="1"/>
          <p:nvPr/>
        </p:nvSpPr>
        <p:spPr>
          <a:xfrm>
            <a:off x="2914799" y="11275042"/>
            <a:ext cx="4800889" cy="4219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2"/>
              </a:lnSpc>
            </a:pPr>
            <a:r>
              <a:rPr sz="2325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清楚、可檢查的工作，Haiku 就夠</a:t>
            </a:r>
          </a:p>
        </p:txBody>
      </p:sp>
      <p:sp>
        <p:nvSpPr>
          <p:cNvPr id="51" name="text 26: 巴哲 BaChe"/>
          <p:cNvSpPr txBox="1"/>
          <p:nvPr/>
        </p:nvSpPr>
        <p:spPr>
          <a:xfrm>
            <a:off x="4431305" y="12042962"/>
            <a:ext cx="1424241" cy="271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36"/>
              </a:lnSpc>
            </a:pPr>
            <a:r>
              <a:rPr sz="1800" b="0" spc="72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巴哲 BaChe</a:t>
            </a:r>
          </a:p>
        </p:txBody>
      </p:sp>
    </p:spTree>
  </p:cSld>
  <p:clrMapOvr>
    <a:masterClrMapping/>
  </p:clrMapOvr>
  <p:transition spd="med" advTm="5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60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20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8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400"/>
                            </p:stCondLst>
                            <p:childTnLst>
                              <p:par>
                                <p:cTn id="1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 (paper)" descr="base-01.png"/>
          <p:cNvPicPr>
            <a:picLocks noChangeAspect="1" noMove="1" noResize="1" noRot="1" noGrp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drawing 1" descr="c07-svg1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37447" y="3922395"/>
            <a:ext cx="3018629" cy="2620328"/>
          </a:xfrm>
          <a:prstGeom prst="rect">
            <a:avLst/>
          </a:prstGeom>
        </p:spPr>
      </p:pic>
      <p:pic>
        <p:nvPicPr>
          <p:cNvPr id="4" name="drawing 2" descr="c07-svg2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3005" y="4340543"/>
            <a:ext cx="2856547" cy="2213610"/>
          </a:xfrm>
          <a:prstGeom prst="rect">
            <a:avLst/>
          </a:prstGeom>
        </p:spPr>
      </p:pic>
      <p:pic>
        <p:nvPicPr>
          <p:cNvPr id="5" name="drawing 3" descr="c07-svg3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1567" y="4542472"/>
            <a:ext cx="1731645" cy="1166813"/>
          </a:xfrm>
          <a:prstGeom prst="rect">
            <a:avLst/>
          </a:prstGeom>
        </p:spPr>
      </p:pic>
      <p:pic>
        <p:nvPicPr>
          <p:cNvPr id="6" name="drawing 4" descr="c07-svg4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41882" y="4540568"/>
            <a:ext cx="1677353" cy="1162050"/>
          </a:xfrm>
          <a:prstGeom prst="rect">
            <a:avLst/>
          </a:prstGeom>
        </p:spPr>
      </p:pic>
      <p:pic>
        <p:nvPicPr>
          <p:cNvPr id="7" name="drawing 5" descr="c07-svg5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84972" y="6562725"/>
            <a:ext cx="1957388" cy="771525"/>
          </a:xfrm>
          <a:prstGeom prst="rect">
            <a:avLst/>
          </a:prstGeom>
        </p:spPr>
      </p:pic>
      <p:pic>
        <p:nvPicPr>
          <p:cNvPr id="8" name="drawing 6" descr="c07-svg6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53138" y="6521768"/>
            <a:ext cx="3142298" cy="834390"/>
          </a:xfrm>
          <a:prstGeom prst="rect">
            <a:avLst/>
          </a:prstGeom>
        </p:spPr>
      </p:pic>
      <p:pic>
        <p:nvPicPr>
          <p:cNvPr id="9" name="drawing 7" descr="c07-svg7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37538" y="11072630"/>
            <a:ext cx="5417819" cy="771919"/>
          </a:xfrm>
          <a:prstGeom prst="rect">
            <a:avLst/>
          </a:prstGeom>
        </p:spPr>
      </p:pic>
      <p:pic>
        <p:nvPicPr>
          <p:cNvPr id="10" name="drawing 8" descr="c07-svg8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86375" y="8390573"/>
            <a:ext cx="3230880" cy="340995"/>
          </a:xfrm>
          <a:prstGeom prst="rect">
            <a:avLst/>
          </a:prstGeom>
        </p:spPr>
      </p:pic>
      <p:pic>
        <p:nvPicPr>
          <p:cNvPr id="11" name="drawing 9" descr="c07-svg9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94398" y="9139796"/>
            <a:ext cx="496252" cy="686194"/>
          </a:xfrm>
          <a:prstGeom prst="rect">
            <a:avLst/>
          </a:prstGeom>
        </p:spPr>
      </p:pic>
      <p:pic>
        <p:nvPicPr>
          <p:cNvPr id="12" name="drawing 10" descr="c07-svg10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249805" y="9230677"/>
            <a:ext cx="412433" cy="516255"/>
          </a:xfrm>
          <a:prstGeom prst="rect">
            <a:avLst/>
          </a:prstGeom>
        </p:spPr>
      </p:pic>
      <p:pic>
        <p:nvPicPr>
          <p:cNvPr id="13" name="drawing 11" descr="c07-svg11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148840" y="2878200"/>
            <a:ext cx="2428875" cy="194942"/>
          </a:xfrm>
          <a:prstGeom prst="rect">
            <a:avLst/>
          </a:prstGeom>
        </p:spPr>
      </p:pic>
      <p:pic>
        <p:nvPicPr>
          <p:cNvPr id="14" name="drawing 12" descr="c07-svg12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72590" y="9397365"/>
            <a:ext cx="330517" cy="180975"/>
          </a:xfrm>
          <a:prstGeom prst="rect">
            <a:avLst/>
          </a:prstGeom>
        </p:spPr>
      </p:pic>
      <p:pic>
        <p:nvPicPr>
          <p:cNvPr id="15" name="image 1" descr="c07-img1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856735" y="1200150"/>
            <a:ext cx="1400175" cy="1714500"/>
          </a:xfrm>
          <a:prstGeom prst="rect">
            <a:avLst/>
          </a:prstGeom>
        </p:spPr>
      </p:pic>
      <p:sp>
        <p:nvSpPr>
          <p:cNvPr id="16" name="text 1: WHEN TO SWITCH"/>
          <p:cNvSpPr txBox="1"/>
          <p:nvPr/>
        </p:nvSpPr>
        <p:spPr>
          <a:xfrm>
            <a:off x="685800" y="634276"/>
            <a:ext cx="2709809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156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WHEN TO SWITCH</a:t>
            </a:r>
          </a:p>
        </p:txBody>
      </p:sp>
      <p:sp>
        <p:nvSpPr>
          <p:cNvPr id="17" name="text 2: 07 / 10"/>
          <p:cNvSpPr txBox="1"/>
          <p:nvPr/>
        </p:nvSpPr>
        <p:spPr>
          <a:xfrm>
            <a:off x="8759130" y="634276"/>
            <a:ext cx="968794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78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07 / 10</a:t>
            </a:r>
          </a:p>
        </p:txBody>
      </p:sp>
      <p:sp>
        <p:nvSpPr>
          <p:cNvPr id="18" name="text 3: 該換 Sonnet 嗎？"/>
          <p:cNvSpPr txBox="1"/>
          <p:nvPr/>
        </p:nvSpPr>
        <p:spPr>
          <a:xfrm>
            <a:off x="685800" y="1166054"/>
            <a:ext cx="6693194" cy="19276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439"/>
              </a:lnSpc>
            </a:pPr>
            <a:r>
              <a:rPr sz="6000" b="0" spc="6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該換 Sonnet 嗎？</a:t>
            </a:r>
            <a:br/>
            <a:r>
              <a:rPr sz="6000" b="0" spc="6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先看</a:t>
            </a:r>
            <a:r>
              <a:rPr sz="6000" b="0" spc="60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錯在哪</a:t>
            </a:r>
          </a:p>
        </p:txBody>
      </p:sp>
      <p:sp>
        <p:nvSpPr>
          <p:cNvPr id="19" name="text 4: 錯在事實"/>
          <p:cNvSpPr txBox="1"/>
          <p:nvPr/>
        </p:nvSpPr>
        <p:spPr>
          <a:xfrm>
            <a:off x="1466850" y="4796673"/>
            <a:ext cx="1207008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錯在事實</a:t>
            </a:r>
          </a:p>
        </p:txBody>
      </p:sp>
      <p:sp>
        <p:nvSpPr>
          <p:cNvPr id="20" name="text 5: 錯在形狀"/>
          <p:cNvSpPr txBox="1"/>
          <p:nvPr/>
        </p:nvSpPr>
        <p:spPr>
          <a:xfrm>
            <a:off x="7753350" y="4796673"/>
            <a:ext cx="1207008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錯在形狀</a:t>
            </a:r>
          </a:p>
        </p:txBody>
      </p:sp>
      <p:sp>
        <p:nvSpPr>
          <p:cNvPr id="21" name="text 6: 換 Sonnet"/>
          <p:cNvSpPr txBox="1"/>
          <p:nvPr/>
        </p:nvSpPr>
        <p:spPr>
          <a:xfrm>
            <a:off x="2002110" y="6796923"/>
            <a:ext cx="1445380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換 Sonnet</a:t>
            </a:r>
          </a:p>
        </p:txBody>
      </p:sp>
      <p:sp>
        <p:nvSpPr>
          <p:cNvPr id="22" name="text 7: 改指令，留在 Haiku"/>
          <p:cNvSpPr txBox="1"/>
          <p:nvPr/>
        </p:nvSpPr>
        <p:spPr>
          <a:xfrm>
            <a:off x="6413674" y="6796923"/>
            <a:ext cx="2673998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改指令，留在 Haiku</a:t>
            </a:r>
          </a:p>
        </p:txBody>
      </p:sp>
      <p:sp>
        <p:nvSpPr>
          <p:cNvPr id="23" name="text 8: 在很長的貼上文件裡數數、加總："/>
          <p:cNvSpPr txBox="1"/>
          <p:nvPr/>
        </p:nvSpPr>
        <p:spPr>
          <a:xfrm>
            <a:off x="685800" y="7543657"/>
            <a:ext cx="4316730" cy="11980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4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在很長的貼上文件裡數數、加總：</a:t>
            </a:r>
            <a:br/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Haiku 開哪一檔 effort 都數錯；</a:t>
            </a:r>
            <a:br/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Sonnet 3 次全對、還快約 3 倍</a:t>
            </a:r>
          </a:p>
        </p:txBody>
      </p:sp>
      <p:sp>
        <p:nvSpPr>
          <p:cNvPr id="24" name="text 9: 搜尋題其實找對了，只是順序錯："/>
          <p:cNvSpPr txBox="1"/>
          <p:nvPr/>
        </p:nvSpPr>
        <p:spPr>
          <a:xfrm>
            <a:off x="5410200" y="7543657"/>
            <a:ext cx="4316730" cy="11980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4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搜尋題其實找對了，只是順序錯：</a:t>
            </a:r>
            <a:br/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在指令寫明順序或自己排序，</a:t>
            </a:r>
            <a:br/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改指令，再用 Haiku 重跑</a:t>
            </a:r>
          </a:p>
        </p:txBody>
      </p:sp>
      <p:sp>
        <p:nvSpPr>
          <p:cNvPr id="25" name="text 10: 長文件別直接貼：可能超過 Haiku 的 100"/>
          <p:cNvSpPr txBox="1"/>
          <p:nvPr/>
        </p:nvSpPr>
        <p:spPr>
          <a:xfrm>
            <a:off x="3105150" y="9098018"/>
            <a:ext cx="6285232" cy="8114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4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長文件別直接貼：可能超過 Haiku 的 100k 門檻、</a:t>
            </a:r>
            <a:br/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計價變 5 倍，放進檔案讓助手去讀</a:t>
            </a:r>
          </a:p>
        </p:txBody>
      </p:sp>
      <p:sp>
        <p:nvSpPr>
          <p:cNvPr id="26" name="text 11: 錯在形狀先改指令，錯在事實才換"/>
          <p:cNvSpPr txBox="1"/>
          <p:nvPr/>
        </p:nvSpPr>
        <p:spPr>
          <a:xfrm>
            <a:off x="2928938" y="11275042"/>
            <a:ext cx="4771072" cy="4219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2"/>
              </a:lnSpc>
            </a:pPr>
            <a:r>
              <a:rPr sz="2325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錯在形狀先改指令，錯在事實才換</a:t>
            </a:r>
          </a:p>
        </p:txBody>
      </p:sp>
      <p:sp>
        <p:nvSpPr>
          <p:cNvPr id="27" name="text 12: 巴哲 BaChe"/>
          <p:cNvSpPr txBox="1"/>
          <p:nvPr/>
        </p:nvSpPr>
        <p:spPr>
          <a:xfrm>
            <a:off x="4431305" y="12042962"/>
            <a:ext cx="1424241" cy="271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36"/>
              </a:lnSpc>
            </a:pPr>
            <a:r>
              <a:rPr sz="1800" b="0" spc="72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巴哲 BaChe</a:t>
            </a:r>
          </a:p>
        </p:txBody>
      </p:sp>
    </p:spTree>
  </p:cSld>
  <p:clrMapOvr>
    <a:masterClrMapping/>
  </p:clrMapOvr>
  <p:transition spd="med" advTm="58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5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65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25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85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 (paper)" descr="base-01.png"/>
          <p:cNvPicPr>
            <a:picLocks noChangeAspect="1" noMove="1" noResize="1" noRot="1" noGrp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drawing 1" descr="c08-svg1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7655" y="9995535"/>
            <a:ext cx="1130618" cy="606742"/>
          </a:xfrm>
          <a:prstGeom prst="rect">
            <a:avLst/>
          </a:prstGeom>
        </p:spPr>
      </p:pic>
      <p:pic>
        <p:nvPicPr>
          <p:cNvPr id="4" name="drawing 2" descr="c08-svg2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4383" y="7231380"/>
            <a:ext cx="7763828" cy="2985135"/>
          </a:xfrm>
          <a:prstGeom prst="rect">
            <a:avLst/>
          </a:prstGeom>
        </p:spPr>
      </p:pic>
      <p:pic>
        <p:nvPicPr>
          <p:cNvPr id="5" name="drawing 3" descr="c08-svg3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9105" y="7504748"/>
            <a:ext cx="206693" cy="212407"/>
          </a:xfrm>
          <a:prstGeom prst="rect">
            <a:avLst/>
          </a:prstGeom>
        </p:spPr>
      </p:pic>
      <p:pic>
        <p:nvPicPr>
          <p:cNvPr id="6" name="drawing 4" descr="c08-svg4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7013" y="9740265"/>
            <a:ext cx="211715" cy="207066"/>
          </a:xfrm>
          <a:prstGeom prst="rect">
            <a:avLst/>
          </a:prstGeom>
        </p:spPr>
      </p:pic>
      <p:pic>
        <p:nvPicPr>
          <p:cNvPr id="7" name="drawing 5" descr="c08-svg5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76826" y="9740265"/>
            <a:ext cx="211829" cy="206135"/>
          </a:xfrm>
          <a:prstGeom prst="rect">
            <a:avLst/>
          </a:prstGeom>
        </p:spPr>
      </p:pic>
      <p:pic>
        <p:nvPicPr>
          <p:cNvPr id="8" name="drawing 6" descr="c08-svg6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0919" y="7535946"/>
            <a:ext cx="532626" cy="531249"/>
          </a:xfrm>
          <a:prstGeom prst="rect">
            <a:avLst/>
          </a:prstGeom>
        </p:spPr>
      </p:pic>
      <p:pic>
        <p:nvPicPr>
          <p:cNvPr id="9" name="drawing 7" descr="c08-svg7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26884" y="11065684"/>
            <a:ext cx="4825746" cy="783594"/>
          </a:xfrm>
          <a:prstGeom prst="rect">
            <a:avLst/>
          </a:prstGeom>
        </p:spPr>
      </p:pic>
      <p:pic>
        <p:nvPicPr>
          <p:cNvPr id="10" name="drawing 8" descr="c08-svg8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41120" y="9529762"/>
            <a:ext cx="3209925" cy="365760"/>
          </a:xfrm>
          <a:prstGeom prst="rect">
            <a:avLst/>
          </a:prstGeom>
        </p:spPr>
      </p:pic>
      <p:pic>
        <p:nvPicPr>
          <p:cNvPr id="11" name="drawing 9" descr="c08-svg9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38312" y="3972878"/>
            <a:ext cx="386715" cy="347560"/>
          </a:xfrm>
          <a:prstGeom prst="rect">
            <a:avLst/>
          </a:prstGeom>
        </p:spPr>
      </p:pic>
      <p:pic>
        <p:nvPicPr>
          <p:cNvPr id="12" name="drawing 10" descr="c08-svg10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28788" y="5069205"/>
            <a:ext cx="403860" cy="345311"/>
          </a:xfrm>
          <a:prstGeom prst="rect">
            <a:avLst/>
          </a:prstGeom>
        </p:spPr>
      </p:pic>
      <p:pic>
        <p:nvPicPr>
          <p:cNvPr id="13" name="drawing 11" descr="c08-svg11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38312" y="6151245"/>
            <a:ext cx="398145" cy="342802"/>
          </a:xfrm>
          <a:prstGeom prst="rect">
            <a:avLst/>
          </a:prstGeom>
        </p:spPr>
      </p:pic>
      <p:pic>
        <p:nvPicPr>
          <p:cNvPr id="14" name="drawing 12" descr="c08-svg12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60108" y="3865245"/>
            <a:ext cx="612458" cy="601028"/>
          </a:xfrm>
          <a:prstGeom prst="rect">
            <a:avLst/>
          </a:prstGeom>
        </p:spPr>
      </p:pic>
      <p:pic>
        <p:nvPicPr>
          <p:cNvPr id="15" name="drawing 13" descr="c08-svg13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03910" y="5020627"/>
            <a:ext cx="637223" cy="353378"/>
          </a:xfrm>
          <a:prstGeom prst="rect">
            <a:avLst/>
          </a:prstGeom>
        </p:spPr>
      </p:pic>
      <p:pic>
        <p:nvPicPr>
          <p:cNvPr id="16" name="drawing 14" descr="c08-svg14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22008" y="6040755"/>
            <a:ext cx="613410" cy="575310"/>
          </a:xfrm>
          <a:prstGeom prst="rect">
            <a:avLst/>
          </a:prstGeom>
        </p:spPr>
      </p:pic>
      <p:pic>
        <p:nvPicPr>
          <p:cNvPr id="17" name="drawing 15" descr="c08-svg15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09600" y="2786871"/>
            <a:ext cx="2171700" cy="198738"/>
          </a:xfrm>
          <a:prstGeom prst="rect">
            <a:avLst/>
          </a:prstGeom>
        </p:spPr>
      </p:pic>
      <p:sp>
        <p:nvSpPr>
          <p:cNvPr id="18" name="text 1: SAFETY"/>
          <p:cNvSpPr txBox="1"/>
          <p:nvPr/>
        </p:nvSpPr>
        <p:spPr>
          <a:xfrm>
            <a:off x="685800" y="634276"/>
            <a:ext cx="1187288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156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SAFETY</a:t>
            </a:r>
          </a:p>
        </p:txBody>
      </p:sp>
      <p:sp>
        <p:nvSpPr>
          <p:cNvPr id="19" name="text 2: 08 / 10"/>
          <p:cNvSpPr txBox="1"/>
          <p:nvPr/>
        </p:nvSpPr>
        <p:spPr>
          <a:xfrm>
            <a:off x="8759130" y="634276"/>
            <a:ext cx="968794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78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08 / 10</a:t>
            </a:r>
          </a:p>
        </p:txBody>
      </p:sp>
      <p:sp>
        <p:nvSpPr>
          <p:cNvPr id="20" name="text 3: 又安全嗎？3 個陷阱沒踩，"/>
          <p:cNvSpPr txBox="1"/>
          <p:nvPr/>
        </p:nvSpPr>
        <p:spPr>
          <a:xfrm>
            <a:off x="685800" y="1168188"/>
            <a:ext cx="9160053" cy="18332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67"/>
              </a:lnSpc>
            </a:pPr>
            <a:r>
              <a:rPr sz="5700" b="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又安全嗎？3 個陷阱沒踩，</a:t>
            </a:r>
            <a:br/>
            <a:r>
              <a:rPr sz="5700" b="0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2 件事</a:t>
            </a:r>
            <a:r>
              <a:rPr sz="5700" b="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要自己查</a:t>
            </a:r>
          </a:p>
        </p:txBody>
      </p:sp>
      <p:sp>
        <p:nvSpPr>
          <p:cNvPr id="21" name="text 4: 檔案裡藏指令：沒有任何設定照做"/>
          <p:cNvSpPr txBox="1"/>
          <p:nvPr/>
        </p:nvSpPr>
        <p:spPr>
          <a:xfrm>
            <a:off x="2305050" y="3800731"/>
            <a:ext cx="4316730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檔案裡藏指令：</a:t>
            </a:r>
            <a:r>
              <a:rPr sz="2100" b="1">
                <a:solidFill>
                  <a:srgbClr val="1E2230"/>
                </a:solidFill>
                <a:latin typeface="Noto Sans TC"/>
                <a:ea typeface="Noto Sans TC"/>
                <a:cs typeface="Noto Sans TC"/>
              </a:rPr>
              <a:t>沒有任何設定照做</a:t>
            </a:r>
          </a:p>
        </p:txBody>
      </p:sp>
      <p:sp>
        <p:nvSpPr>
          <p:cNvPr id="22" name="text 5: 官方也說有針對工具結果裡的注入做訓練"/>
          <p:cNvSpPr txBox="1"/>
          <p:nvPr/>
        </p:nvSpPr>
        <p:spPr>
          <a:xfrm>
            <a:off x="2305050" y="4181695"/>
            <a:ext cx="4437888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官方也說有針對工具結果裡的注入做訓練</a:t>
            </a:r>
          </a:p>
        </p:txBody>
      </p:sp>
      <p:sp>
        <p:nvSpPr>
          <p:cNvPr id="23" name="text 6: 指令互相矛盾：每個設定都停下來問"/>
          <p:cNvSpPr txBox="1"/>
          <p:nvPr/>
        </p:nvSpPr>
        <p:spPr>
          <a:xfrm>
            <a:off x="2305050" y="5052376"/>
            <a:ext cx="4599432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指令互相矛盾：</a:t>
            </a:r>
            <a:r>
              <a:rPr sz="2100" b="1">
                <a:solidFill>
                  <a:srgbClr val="1E2230"/>
                </a:solidFill>
                <a:latin typeface="Noto Sans TC"/>
                <a:ea typeface="Noto Sans TC"/>
                <a:cs typeface="Noto Sans TC"/>
              </a:rPr>
              <a:t>每個設定都停下來問</a:t>
            </a:r>
          </a:p>
        </p:txBody>
      </p:sp>
      <p:sp>
        <p:nvSpPr>
          <p:cNvPr id="24" name="text 7: 測試被鎖住：從來沒去改"/>
          <p:cNvSpPr txBox="1"/>
          <p:nvPr/>
        </p:nvSpPr>
        <p:spPr>
          <a:xfrm>
            <a:off x="2305050" y="6138226"/>
            <a:ext cx="3185922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測試被鎖住：</a:t>
            </a:r>
            <a:r>
              <a:rPr sz="2100" b="1">
                <a:solidFill>
                  <a:srgbClr val="1E2230"/>
                </a:solidFill>
                <a:latin typeface="Noto Sans TC"/>
                <a:ea typeface="Noto Sans TC"/>
                <a:cs typeface="Noto Sans TC"/>
              </a:rPr>
              <a:t>從來沒去改</a:t>
            </a:r>
          </a:p>
        </p:txBody>
      </p:sp>
      <p:sp>
        <p:nvSpPr>
          <p:cNvPr id="25" name="text 8: !"/>
          <p:cNvSpPr txBox="1"/>
          <p:nvPr/>
        </p:nvSpPr>
        <p:spPr>
          <a:xfrm>
            <a:off x="1375767" y="7661317"/>
            <a:ext cx="188524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>
                <a:solidFill>
                  <a:srgbClr val="FFFFFF"/>
                </a:solidFill>
                <a:latin typeface="Noto Sans TC Black"/>
                <a:ea typeface="Noto Sans TC Black"/>
                <a:cs typeface="Noto Sans TC Black"/>
              </a:rPr>
              <a:t>!</a:t>
            </a:r>
          </a:p>
        </p:txBody>
      </p:sp>
      <p:sp>
        <p:nvSpPr>
          <p:cNvPr id="26" name="text 9: 要注意"/>
          <p:cNvSpPr txBox="1"/>
          <p:nvPr/>
        </p:nvSpPr>
        <p:spPr>
          <a:xfrm>
            <a:off x="1771650" y="7699775"/>
            <a:ext cx="924306" cy="3101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2100" b="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要注意</a:t>
            </a:r>
          </a:p>
        </p:txBody>
      </p:sp>
      <p:sp>
        <p:nvSpPr>
          <p:cNvPr id="27" name="text 10: 1"/>
          <p:cNvSpPr txBox="1"/>
          <p:nvPr/>
        </p:nvSpPr>
        <p:spPr>
          <a:xfrm>
            <a:off x="1219200" y="8179403"/>
            <a:ext cx="248472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1</a:t>
            </a:r>
          </a:p>
        </p:txBody>
      </p:sp>
      <p:sp>
        <p:nvSpPr>
          <p:cNvPr id="28" name="text 11: 輸出還是要看：Sonnet 有一次把藏進去的字句"/>
          <p:cNvSpPr txBox="1"/>
          <p:nvPr/>
        </p:nvSpPr>
        <p:spPr>
          <a:xfrm>
            <a:off x="1496020" y="8179403"/>
            <a:ext cx="7042785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輸出還是要看：Sonnet 有一次把藏進去的字句引用出來</a:t>
            </a:r>
          </a:p>
        </p:txBody>
      </p:sp>
      <p:sp>
        <p:nvSpPr>
          <p:cNvPr id="29" name="text 12: 2"/>
          <p:cNvSpPr txBox="1"/>
          <p:nvPr/>
        </p:nvSpPr>
        <p:spPr>
          <a:xfrm>
            <a:off x="1219200" y="8680359"/>
            <a:ext cx="248472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2</a:t>
            </a:r>
          </a:p>
        </p:txBody>
      </p:sp>
      <p:sp>
        <p:nvSpPr>
          <p:cNvPr id="30" name="text 13: 別名 haiku 在 Anthropic API"/>
          <p:cNvSpPr txBox="1"/>
          <p:nvPr/>
        </p:nvSpPr>
        <p:spPr>
          <a:xfrm>
            <a:off x="1496020" y="8680407"/>
            <a:ext cx="5466942" cy="11980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4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別名 haiku 在 Anthropic API 指向最新版，</a:t>
            </a:r>
            <a:br/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部分其他平台指向較早的版本：</a:t>
            </a:r>
            <a:br/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確認實際跑的是哪個模型</a:t>
            </a:r>
          </a:p>
        </p:txBody>
      </p:sp>
      <p:sp>
        <p:nvSpPr>
          <p:cNvPr id="31" name="text 14: 陷阱沒踩，輸出和模型仍要查"/>
          <p:cNvSpPr txBox="1"/>
          <p:nvPr/>
        </p:nvSpPr>
        <p:spPr>
          <a:xfrm>
            <a:off x="3224212" y="11275042"/>
            <a:ext cx="4145090" cy="4219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2"/>
              </a:lnSpc>
            </a:pPr>
            <a:r>
              <a:rPr sz="2325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陷阱沒踩，輸出和模型仍要查</a:t>
            </a:r>
          </a:p>
        </p:txBody>
      </p:sp>
      <p:sp>
        <p:nvSpPr>
          <p:cNvPr id="32" name="text 15: 巴哲 BaChe"/>
          <p:cNvSpPr txBox="1"/>
          <p:nvPr/>
        </p:nvSpPr>
        <p:spPr>
          <a:xfrm>
            <a:off x="4431305" y="12042962"/>
            <a:ext cx="1424241" cy="271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36"/>
              </a:lnSpc>
            </a:pPr>
            <a:r>
              <a:rPr sz="1800" b="0" spc="72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巴哲 BaChe</a:t>
            </a:r>
          </a:p>
        </p:txBody>
      </p:sp>
    </p:spTree>
  </p:cSld>
  <p:clrMapOvr>
    <a:masterClrMapping/>
  </p:clrMapOvr>
  <p:transition spd="med" advTm="5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2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8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4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 (paper)" descr="base-09.png"/>
          <p:cNvPicPr>
            <a:picLocks noChangeAspect="1" noMove="1" noResize="1" noRot="1" noGrp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drawing 1" descr="c09-svg1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648" y="4431030"/>
            <a:ext cx="520065" cy="503872"/>
          </a:xfrm>
          <a:prstGeom prst="rect">
            <a:avLst/>
          </a:prstGeom>
        </p:spPr>
      </p:pic>
      <p:pic>
        <p:nvPicPr>
          <p:cNvPr id="4" name="drawing 2" descr="c09-svg2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888" y="5015865"/>
            <a:ext cx="504825" cy="510540"/>
          </a:xfrm>
          <a:prstGeom prst="rect">
            <a:avLst/>
          </a:prstGeom>
        </p:spPr>
      </p:pic>
      <p:pic>
        <p:nvPicPr>
          <p:cNvPr id="5" name="drawing 3" descr="c09-svg3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7695" y="5599748"/>
            <a:ext cx="508635" cy="527685"/>
          </a:xfrm>
          <a:prstGeom prst="rect">
            <a:avLst/>
          </a:prstGeom>
        </p:spPr>
      </p:pic>
      <p:pic>
        <p:nvPicPr>
          <p:cNvPr id="6" name="drawing 4" descr="c09-svg4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2458" y="6215062"/>
            <a:ext cx="512445" cy="501968"/>
          </a:xfrm>
          <a:prstGeom prst="rect">
            <a:avLst/>
          </a:prstGeom>
        </p:spPr>
      </p:pic>
      <p:pic>
        <p:nvPicPr>
          <p:cNvPr id="7" name="drawing 5" descr="c09-svg5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9600" y="6797040"/>
            <a:ext cx="514350" cy="523875"/>
          </a:xfrm>
          <a:prstGeom prst="rect">
            <a:avLst/>
          </a:prstGeom>
        </p:spPr>
      </p:pic>
      <p:pic>
        <p:nvPicPr>
          <p:cNvPr id="8" name="drawing 6" descr="c09-svg6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15653" y="11067573"/>
            <a:ext cx="3661829" cy="774096"/>
          </a:xfrm>
          <a:prstGeom prst="rect">
            <a:avLst/>
          </a:prstGeom>
        </p:spPr>
      </p:pic>
      <p:pic>
        <p:nvPicPr>
          <p:cNvPr id="9" name="drawing 7" descr="c09-svg7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33475" y="4559618"/>
            <a:ext cx="5985510" cy="359092"/>
          </a:xfrm>
          <a:prstGeom prst="rect">
            <a:avLst/>
          </a:prstGeom>
        </p:spPr>
      </p:pic>
      <p:pic>
        <p:nvPicPr>
          <p:cNvPr id="10" name="drawing 8" descr="c09-svg8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715578" y="7679055"/>
            <a:ext cx="3690937" cy="362902"/>
          </a:xfrm>
          <a:prstGeom prst="rect">
            <a:avLst/>
          </a:prstGeom>
        </p:spPr>
      </p:pic>
      <p:pic>
        <p:nvPicPr>
          <p:cNvPr id="11" name="drawing 9" descr="c09-svg9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0583" y="8102918"/>
            <a:ext cx="3144203" cy="336232"/>
          </a:xfrm>
          <a:prstGeom prst="rect">
            <a:avLst/>
          </a:prstGeom>
        </p:spPr>
      </p:pic>
      <p:sp>
        <p:nvSpPr>
          <p:cNvPr id="12" name="text 1: CHECKLIST"/>
          <p:cNvSpPr txBox="1"/>
          <p:nvPr/>
        </p:nvSpPr>
        <p:spPr>
          <a:xfrm>
            <a:off x="685800" y="634276"/>
            <a:ext cx="1746697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156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CHECKLIST</a:t>
            </a:r>
          </a:p>
        </p:txBody>
      </p:sp>
      <p:sp>
        <p:nvSpPr>
          <p:cNvPr id="13" name="text 2: 09 / 10"/>
          <p:cNvSpPr txBox="1"/>
          <p:nvPr/>
        </p:nvSpPr>
        <p:spPr>
          <a:xfrm>
            <a:off x="8759130" y="634276"/>
            <a:ext cx="968794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78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09 / 10</a:t>
            </a:r>
          </a:p>
        </p:txBody>
      </p:sp>
      <p:sp>
        <p:nvSpPr>
          <p:cNvPr id="14" name="text 3: 派工給 Haiku 前，"/>
          <p:cNvSpPr txBox="1"/>
          <p:nvPr/>
        </p:nvSpPr>
        <p:spPr>
          <a:xfrm>
            <a:off x="685800" y="1166054"/>
            <a:ext cx="6972583" cy="19276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439"/>
              </a:lnSpc>
            </a:pPr>
            <a:r>
              <a:rPr sz="6000" b="0" spc="6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派工給 Haiku 前，</a:t>
            </a:r>
            <a:br/>
            <a:r>
              <a:rPr sz="6000" b="0" spc="6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先對</a:t>
            </a:r>
            <a:r>
              <a:rPr sz="6000" b="0" spc="60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這張清單</a:t>
            </a:r>
          </a:p>
        </p:txBody>
      </p:sp>
      <p:sp>
        <p:nvSpPr>
          <p:cNvPr id="15" name="text 4: 任務講清楚、結果有檢查可過 → Haiku me"/>
          <p:cNvSpPr txBox="1"/>
          <p:nvPr/>
        </p:nvSpPr>
        <p:spPr>
          <a:xfrm>
            <a:off x="1257300" y="4476708"/>
            <a:ext cx="6138202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任務講清楚、結果有檢查可過 → Haiku medium</a:t>
            </a:r>
          </a:p>
        </p:txBody>
      </p:sp>
      <p:sp>
        <p:nvSpPr>
          <p:cNvPr id="16" name="text 5: 寫程式有測試、想多一點餘裕 → high"/>
          <p:cNvSpPr txBox="1"/>
          <p:nvPr/>
        </p:nvSpPr>
        <p:spPr>
          <a:xfrm>
            <a:off x="1257300" y="5072914"/>
            <a:ext cx="4757190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寫程式有測試、想多一點餘裕 → high</a:t>
            </a:r>
          </a:p>
        </p:txBody>
      </p:sp>
      <p:sp>
        <p:nvSpPr>
          <p:cNvPr id="17" name="text 6: 長文件數數、開放式判斷 → Sonnet"/>
          <p:cNvSpPr txBox="1"/>
          <p:nvPr/>
        </p:nvSpPr>
        <p:spPr>
          <a:xfrm>
            <a:off x="1257300" y="5669119"/>
            <a:ext cx="4562043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長文件數數、開放式判斷 → Sonnet</a:t>
            </a:r>
          </a:p>
        </p:txBody>
      </p:sp>
      <p:sp>
        <p:nvSpPr>
          <p:cNvPr id="18" name="text 7: 失敗了先問：錯在形狀，還是錯在事實？"/>
          <p:cNvSpPr txBox="1"/>
          <p:nvPr/>
        </p:nvSpPr>
        <p:spPr>
          <a:xfrm>
            <a:off x="1257300" y="6265325"/>
            <a:ext cx="5164836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失敗了先問：錯在形狀，還是錯在事實？</a:t>
            </a:r>
          </a:p>
        </p:txBody>
      </p:sp>
      <p:sp>
        <p:nvSpPr>
          <p:cNvPr id="19" name="text 8: 確認別名實際跑的是哪個模型"/>
          <p:cNvSpPr txBox="1"/>
          <p:nvPr/>
        </p:nvSpPr>
        <p:spPr>
          <a:xfrm>
            <a:off x="1257300" y="6861530"/>
            <a:ext cx="3751326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確認別名實際跑的是哪個模型</a:t>
            </a:r>
          </a:p>
        </p:txBody>
      </p:sp>
      <p:sp>
        <p:nvSpPr>
          <p:cNvPr id="20" name="text 9: 我的看法：Haiku 可以放心跑被明確指派的任務"/>
          <p:cNvSpPr txBox="1"/>
          <p:nvPr/>
        </p:nvSpPr>
        <p:spPr>
          <a:xfrm>
            <a:off x="685800" y="7629233"/>
            <a:ext cx="6296591" cy="8114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4"/>
              </a:lnSpc>
            </a:pPr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我的看法：Haiku 可以放心跑被明確指派的任務，</a:t>
            </a:r>
            <a:br/>
            <a:r>
              <a:rPr sz="2100" b="0">
                <a:solidFill>
                  <a:srgbClr val="1E2230"/>
                </a:solidFill>
                <a:latin typeface="Noto Sans TC Medium"/>
                <a:ea typeface="Noto Sans TC Medium"/>
                <a:cs typeface="Noto Sans TC Medium"/>
              </a:rPr>
              <a:t>但要思考的，一定要做驗證。</a:t>
            </a:r>
          </a:p>
        </p:txBody>
      </p:sp>
      <p:sp>
        <p:nvSpPr>
          <p:cNvPr id="21" name="text 10: 資料截至 2026-10-08，以各家說明頁為準"/>
          <p:cNvSpPr txBox="1"/>
          <p:nvPr/>
        </p:nvSpPr>
        <p:spPr>
          <a:xfrm>
            <a:off x="685800" y="8777805"/>
            <a:ext cx="4524655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資料截至 2026-10-08，以各家說明頁為準</a:t>
            </a:r>
          </a:p>
        </p:txBody>
      </p:sp>
      <p:sp>
        <p:nvSpPr>
          <p:cNvPr id="22" name="text 11: 來源：platform.claude.com ·"/>
          <p:cNvSpPr txBox="1"/>
          <p:nvPr/>
        </p:nvSpPr>
        <p:spPr>
          <a:xfrm>
            <a:off x="685800" y="9109245"/>
            <a:ext cx="8056063" cy="369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0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來源：platform.claude.com · code.claude.com · 作者實測 2026-10-08</a:t>
            </a:r>
          </a:p>
        </p:txBody>
      </p:sp>
      <p:sp>
        <p:nvSpPr>
          <p:cNvPr id="23" name="text 12: 派工前，先對這五項"/>
          <p:cNvSpPr txBox="1"/>
          <p:nvPr/>
        </p:nvSpPr>
        <p:spPr>
          <a:xfrm>
            <a:off x="3814762" y="11275042"/>
            <a:ext cx="2893124" cy="4219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2"/>
              </a:lnSpc>
            </a:pPr>
            <a:r>
              <a:rPr sz="2325" b="1">
                <a:solidFill>
                  <a:srgbClr val="2F5BD3"/>
                </a:solidFill>
                <a:latin typeface="Noto Sans TC"/>
                <a:ea typeface="Noto Sans TC"/>
                <a:cs typeface="Noto Sans TC"/>
              </a:rPr>
              <a:t>派工前，先對這五項</a:t>
            </a:r>
          </a:p>
        </p:txBody>
      </p:sp>
      <p:sp>
        <p:nvSpPr>
          <p:cNvPr id="24" name="text 13: 巴哲 BaChe"/>
          <p:cNvSpPr txBox="1"/>
          <p:nvPr/>
        </p:nvSpPr>
        <p:spPr>
          <a:xfrm>
            <a:off x="4431305" y="12042962"/>
            <a:ext cx="1424241" cy="271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36"/>
              </a:lnSpc>
            </a:pPr>
            <a:r>
              <a:rPr sz="1800" b="0" spc="72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巴哲 BaChe</a:t>
            </a:r>
          </a:p>
        </p:txBody>
      </p:sp>
    </p:spTree>
  </p:cSld>
  <p:clrMapOvr>
    <a:masterClrMapping/>
  </p:clrMapOvr>
  <p:transition spd="med" advTm="52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25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 (paper)" descr="base-10.png"/>
          <p:cNvPicPr>
            <a:picLocks noChangeAspect="1" noMove="1" noResize="1" noRot="1" noGrp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drawing 1" descr="c10-svg1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265" y="5844540"/>
            <a:ext cx="8345805" cy="2377440"/>
          </a:xfrm>
          <a:prstGeom prst="rect">
            <a:avLst/>
          </a:prstGeom>
        </p:spPr>
      </p:pic>
      <p:pic>
        <p:nvPicPr>
          <p:cNvPr id="4" name="drawing 2" descr="c10-svg2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5912" y="4557712"/>
            <a:ext cx="3393758" cy="2866073"/>
          </a:xfrm>
          <a:prstGeom prst="rect">
            <a:avLst/>
          </a:prstGeom>
        </p:spPr>
      </p:pic>
      <p:pic>
        <p:nvPicPr>
          <p:cNvPr id="5" name="drawing 3" descr="c10-svg3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5428" y="5696902"/>
            <a:ext cx="1150620" cy="1129665"/>
          </a:xfrm>
          <a:prstGeom prst="rect">
            <a:avLst/>
          </a:prstGeom>
        </p:spPr>
      </p:pic>
      <p:pic>
        <p:nvPicPr>
          <p:cNvPr id="6" name="drawing 4" descr="c10-svg4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28335" y="5028248"/>
            <a:ext cx="2059305" cy="1546916"/>
          </a:xfrm>
          <a:prstGeom prst="rect">
            <a:avLst/>
          </a:prstGeom>
        </p:spPr>
      </p:pic>
      <p:pic>
        <p:nvPicPr>
          <p:cNvPr id="7" name="image 1" descr="c10-img1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25863" y="5818733"/>
            <a:ext cx="1714500" cy="2095500"/>
          </a:xfrm>
          <a:prstGeom prst="rect">
            <a:avLst/>
          </a:prstGeom>
        </p:spPr>
      </p:pic>
      <p:sp>
        <p:nvSpPr>
          <p:cNvPr id="8" name="text 1: YOUR TURN"/>
          <p:cNvSpPr txBox="1"/>
          <p:nvPr/>
        </p:nvSpPr>
        <p:spPr>
          <a:xfrm>
            <a:off x="685800" y="634276"/>
            <a:ext cx="1824630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156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YOUR TURN</a:t>
            </a:r>
          </a:p>
        </p:txBody>
      </p:sp>
      <p:sp>
        <p:nvSpPr>
          <p:cNvPr id="9" name="text 2: 10 / 10"/>
          <p:cNvSpPr txBox="1"/>
          <p:nvPr/>
        </p:nvSpPr>
        <p:spPr>
          <a:xfrm>
            <a:off x="8759130" y="634276"/>
            <a:ext cx="968794" cy="290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9"/>
              </a:lnSpc>
            </a:pPr>
            <a:r>
              <a:rPr sz="1950" b="0" spc="78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10 / 10</a:t>
            </a:r>
          </a:p>
        </p:txBody>
      </p:sp>
      <p:sp>
        <p:nvSpPr>
          <p:cNvPr id="10" name="text 3: 覺得不放心？"/>
          <p:cNvSpPr txBox="1"/>
          <p:nvPr/>
        </p:nvSpPr>
        <p:spPr>
          <a:xfrm>
            <a:off x="685800" y="1166054"/>
            <a:ext cx="4971109" cy="19276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439"/>
              </a:lnSpc>
            </a:pPr>
            <a:r>
              <a:rPr sz="6000" b="0" spc="6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覺得不放心？</a:t>
            </a:r>
            <a:br/>
            <a:r>
              <a:rPr sz="6000" b="0" spc="60">
                <a:solidFill>
                  <a:srgbClr val="2F5BD3"/>
                </a:solidFill>
                <a:latin typeface="Noto Sans TC Black"/>
                <a:ea typeface="Noto Sans TC Black"/>
                <a:cs typeface="Noto Sans TC Black"/>
              </a:rPr>
              <a:t>怎麼測試</a:t>
            </a:r>
          </a:p>
        </p:txBody>
      </p:sp>
      <p:sp>
        <p:nvSpPr>
          <p:cNvPr id="11" name="text 4: 番外"/>
          <p:cNvSpPr txBox="1"/>
          <p:nvPr/>
        </p:nvSpPr>
        <p:spPr>
          <a:xfrm>
            <a:off x="1847850" y="5960581"/>
            <a:ext cx="560832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番外</a:t>
            </a:r>
          </a:p>
        </p:txBody>
      </p:sp>
      <p:sp>
        <p:nvSpPr>
          <p:cNvPr id="12" name="text 5: 怎麼測試？"/>
          <p:cNvSpPr txBox="1"/>
          <p:nvPr/>
        </p:nvSpPr>
        <p:spPr>
          <a:xfrm>
            <a:off x="6076950" y="5354779"/>
            <a:ext cx="1489710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>
                <a:solidFill>
                  <a:srgbClr val="1E2230"/>
                </a:solidFill>
                <a:latin typeface="Noto Sans TC Black"/>
                <a:ea typeface="Noto Sans TC Black"/>
                <a:cs typeface="Noto Sans TC Black"/>
              </a:rPr>
              <a:t>怎麼測試？</a:t>
            </a:r>
          </a:p>
        </p:txBody>
      </p:sp>
      <p:sp>
        <p:nvSpPr>
          <p:cNvPr id="13" name="text 6: 貼心提示：做影子記錄測個至少100則"/>
          <p:cNvSpPr txBox="1"/>
          <p:nvPr/>
        </p:nvSpPr>
        <p:spPr>
          <a:xfrm>
            <a:off x="685800" y="9149465"/>
            <a:ext cx="4800258" cy="424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100" b="0">
                <a:solidFill>
                  <a:srgbClr val="6B7080"/>
                </a:solidFill>
                <a:latin typeface="Noto Sans TC Medium"/>
                <a:ea typeface="Noto Sans TC Medium"/>
                <a:cs typeface="Noto Sans TC Medium"/>
              </a:rPr>
              <a:t>貼心提示：做影子記錄測個至少100則</a:t>
            </a:r>
          </a:p>
        </p:txBody>
      </p:sp>
      <p:sp>
        <p:nvSpPr>
          <p:cNvPr id="14" name="text 7: 巴哲 BaChe"/>
          <p:cNvSpPr txBox="1"/>
          <p:nvPr/>
        </p:nvSpPr>
        <p:spPr>
          <a:xfrm>
            <a:off x="4431305" y="12042962"/>
            <a:ext cx="1424241" cy="271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36"/>
              </a:lnSpc>
            </a:pPr>
            <a:r>
              <a:rPr sz="1800" b="0" spc="72">
                <a:solidFill>
                  <a:srgbClr val="6B7080"/>
                </a:solidFill>
                <a:latin typeface="Noto Sans TC"/>
                <a:ea typeface="Noto Sans TC"/>
                <a:cs typeface="Noto Sans TC"/>
              </a:rPr>
              <a:t>巴哲 BaChe</a:t>
            </a:r>
          </a:p>
        </p:txBody>
      </p:sp>
    </p:spTree>
  </p:cSld>
  <p:clrMapOvr>
    <a:masterClrMapping/>
  </p:clrMapOvr>
  <p:transition spd="med" advTm="4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5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